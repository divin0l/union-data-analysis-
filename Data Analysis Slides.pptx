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embeddedFontLst>
    <p:embeddedFont>
      <p:font typeface="Lato"/>
      <p:regular r:id="rId21"/>
      <p:bold r:id="rId22"/>
      <p:italic r:id="rId23"/>
      <p:boldItalic r:id="rId24"/>
    </p:embeddedFont>
    <p:embeddedFont>
      <p:font typeface="Bebas Neue"/>
      <p:regular r:id="rId25"/>
    </p:embeddedFont>
    <p:embeddedFont>
      <p:font typeface="Days One"/>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DaysOne-regular.fntdata"/><Relationship Id="rId25" Type="http://schemas.openxmlformats.org/officeDocument/2006/relationships/font" Target="fonts/BebasNeue-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ed3401ed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ed3401ed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e207fd22f2_0_250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e207fd22f2_0_25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e1d838b62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e1d838b62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df196282c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3df196282c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df196282c4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df196282c4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f196282c4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df196282c4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df196282c4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df196282c4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f196282c4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df196282c4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df196282c4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3df196282c4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df196282c4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df196282c4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df196282c4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df196282c4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aa3d063a2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2aa3d063a2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df196282c4_3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df196282c4_3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df196282c4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df196282c4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aa3d063a2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2aa3d063a2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df196282c4_3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3df196282c4_3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99950" y="-327450"/>
            <a:ext cx="9543900" cy="5646000"/>
            <a:chOff x="-199950" y="-251250"/>
            <a:chExt cx="9543900" cy="5646000"/>
          </a:xfrm>
        </p:grpSpPr>
        <p:cxnSp>
          <p:nvCxnSpPr>
            <p:cNvPr id="10" name="Google Shape;10;p2"/>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1" name="Google Shape;11;p2"/>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2" name="Google Shape;12;p2"/>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3" name="Google Shape;13;p2"/>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 name="Google Shape;14;p2"/>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 name="Google Shape;15;p2"/>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6" name="Google Shape;16;p2"/>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7" name="Google Shape;17;p2"/>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8" name="Google Shape;18;p2"/>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 name="Google Shape;19;p2"/>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0" name="Google Shape;20;p2"/>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1" name="Google Shape;21;p2"/>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2" name="Google Shape;22;p2"/>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 name="Google Shape;23;p2"/>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 name="Google Shape;24;p2"/>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5" name="Google Shape;25;p2"/>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6" name="Google Shape;26;p2"/>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7" name="Google Shape;27;p2"/>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8" name="Google Shape;28;p2"/>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 name="Google Shape;29;p2"/>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0" name="Google Shape;30;p2"/>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1" name="Google Shape;31;p2"/>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2" name="Google Shape;32;p2"/>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 name="Google Shape;33;p2"/>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4" name="Google Shape;34;p2"/>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5" name="Google Shape;35;p2"/>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36" name="Google Shape;36;p2"/>
          <p:cNvGrpSpPr/>
          <p:nvPr/>
        </p:nvGrpSpPr>
        <p:grpSpPr>
          <a:xfrm>
            <a:off x="473650" y="274900"/>
            <a:ext cx="8349800" cy="4746124"/>
            <a:chOff x="473650" y="274900"/>
            <a:chExt cx="8349800" cy="4746124"/>
          </a:xfrm>
        </p:grpSpPr>
        <p:grpSp>
          <p:nvGrpSpPr>
            <p:cNvPr id="37" name="Google Shape;37;p2"/>
            <p:cNvGrpSpPr/>
            <p:nvPr/>
          </p:nvGrpSpPr>
          <p:grpSpPr>
            <a:xfrm>
              <a:off x="626050" y="427300"/>
              <a:ext cx="8197400" cy="4593724"/>
              <a:chOff x="-280802" y="20880"/>
              <a:chExt cx="10622522" cy="5952733"/>
            </a:xfrm>
          </p:grpSpPr>
          <p:sp>
            <p:nvSpPr>
              <p:cNvPr id="38" name="Google Shape;38;p2"/>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 name="Google Shape;39;p2"/>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0" name="Google Shape;40;p2"/>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1" name="Google Shape;41;p2"/>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2" name="Google Shape;42;p2"/>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3" name="Google Shape;43;p2"/>
            <p:cNvGrpSpPr/>
            <p:nvPr/>
          </p:nvGrpSpPr>
          <p:grpSpPr>
            <a:xfrm>
              <a:off x="473650" y="274900"/>
              <a:ext cx="8197400" cy="4593724"/>
              <a:chOff x="-280802" y="20880"/>
              <a:chExt cx="10622522" cy="5952733"/>
            </a:xfrm>
          </p:grpSpPr>
          <p:sp>
            <p:nvSpPr>
              <p:cNvPr id="44" name="Google Shape;44;p2"/>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 name="Google Shape;45;p2"/>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 name="Google Shape;46;p2"/>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 name="Google Shape;47;p2"/>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 name="Google Shape;48;p2"/>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49" name="Google Shape;49;p2"/>
          <p:cNvSpPr txBox="1"/>
          <p:nvPr>
            <p:ph type="ctrTitle"/>
          </p:nvPr>
        </p:nvSpPr>
        <p:spPr>
          <a:xfrm>
            <a:off x="1814850" y="1633725"/>
            <a:ext cx="5514300" cy="2000100"/>
          </a:xfrm>
          <a:prstGeom prst="rect">
            <a:avLst/>
          </a:prstGeom>
        </p:spPr>
        <p:txBody>
          <a:bodyPr anchorCtr="0" anchor="ctr" bIns="91425" lIns="91425" spcFirstLastPara="1" rIns="91425" wrap="square" tIns="91425">
            <a:noAutofit/>
          </a:bodyPr>
          <a:lstStyle>
            <a:lvl1pPr lvl="0" algn="ctr">
              <a:lnSpc>
                <a:spcPct val="115000"/>
              </a:lnSpc>
              <a:spcBef>
                <a:spcPts val="0"/>
              </a:spcBef>
              <a:spcAft>
                <a:spcPts val="0"/>
              </a:spcAft>
              <a:buClr>
                <a:srgbClr val="191919"/>
              </a:buClr>
              <a:buSzPts val="5200"/>
              <a:buNone/>
              <a:defRPr sz="5300">
                <a:latin typeface="Days One"/>
                <a:ea typeface="Days One"/>
                <a:cs typeface="Days One"/>
                <a:sym typeface="Days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0" name="Google Shape;50;p2"/>
          <p:cNvSpPr txBox="1"/>
          <p:nvPr>
            <p:ph idx="1" type="subTitle"/>
          </p:nvPr>
        </p:nvSpPr>
        <p:spPr>
          <a:xfrm>
            <a:off x="2301625" y="3686200"/>
            <a:ext cx="4540800" cy="460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grpSp>
        <p:nvGrpSpPr>
          <p:cNvPr id="52" name="Google Shape;52;p3"/>
          <p:cNvGrpSpPr/>
          <p:nvPr/>
        </p:nvGrpSpPr>
        <p:grpSpPr>
          <a:xfrm>
            <a:off x="-199950" y="-327450"/>
            <a:ext cx="9543900" cy="5646000"/>
            <a:chOff x="-199950" y="-251250"/>
            <a:chExt cx="9543900" cy="5646000"/>
          </a:xfrm>
        </p:grpSpPr>
        <p:cxnSp>
          <p:nvCxnSpPr>
            <p:cNvPr id="53" name="Google Shape;53;p3"/>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 name="Google Shape;54;p3"/>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 name="Google Shape;55;p3"/>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6" name="Google Shape;56;p3"/>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7" name="Google Shape;57;p3"/>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8" name="Google Shape;58;p3"/>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 name="Google Shape;59;p3"/>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 name="Google Shape;60;p3"/>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1" name="Google Shape;61;p3"/>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2" name="Google Shape;62;p3"/>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3" name="Google Shape;63;p3"/>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 name="Google Shape;64;p3"/>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 name="Google Shape;65;p3"/>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6" name="Google Shape;66;p3"/>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7" name="Google Shape;67;p3"/>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8" name="Google Shape;68;p3"/>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9" name="Google Shape;69;p3"/>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 name="Google Shape;70;p3"/>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1" name="Google Shape;71;p3"/>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2" name="Google Shape;72;p3"/>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3" name="Google Shape;73;p3"/>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 name="Google Shape;74;p3"/>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 name="Google Shape;75;p3"/>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6" name="Google Shape;76;p3"/>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7" name="Google Shape;77;p3"/>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8" name="Google Shape;78;p3"/>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79" name="Google Shape;79;p3"/>
          <p:cNvGrpSpPr/>
          <p:nvPr/>
        </p:nvGrpSpPr>
        <p:grpSpPr>
          <a:xfrm>
            <a:off x="473650" y="274900"/>
            <a:ext cx="8349800" cy="4746124"/>
            <a:chOff x="473650" y="274900"/>
            <a:chExt cx="8349800" cy="4746124"/>
          </a:xfrm>
        </p:grpSpPr>
        <p:grpSp>
          <p:nvGrpSpPr>
            <p:cNvPr id="80" name="Google Shape;80;p3"/>
            <p:cNvGrpSpPr/>
            <p:nvPr/>
          </p:nvGrpSpPr>
          <p:grpSpPr>
            <a:xfrm>
              <a:off x="626050" y="427300"/>
              <a:ext cx="8197400" cy="4593724"/>
              <a:chOff x="-280802" y="20880"/>
              <a:chExt cx="10622522" cy="5952733"/>
            </a:xfrm>
          </p:grpSpPr>
          <p:sp>
            <p:nvSpPr>
              <p:cNvPr id="81" name="Google Shape;81;p3"/>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 name="Google Shape;82;p3"/>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 name="Google Shape;83;p3"/>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 name="Google Shape;84;p3"/>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 name="Google Shape;85;p3"/>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86" name="Google Shape;86;p3"/>
            <p:cNvGrpSpPr/>
            <p:nvPr/>
          </p:nvGrpSpPr>
          <p:grpSpPr>
            <a:xfrm>
              <a:off x="473650" y="274900"/>
              <a:ext cx="8197400" cy="4593724"/>
              <a:chOff x="-280802" y="20880"/>
              <a:chExt cx="10622522" cy="5952733"/>
            </a:xfrm>
          </p:grpSpPr>
          <p:sp>
            <p:nvSpPr>
              <p:cNvPr id="87" name="Google Shape;87;p3"/>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 name="Google Shape;88;p3"/>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 name="Google Shape;89;p3"/>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 name="Google Shape;90;p3"/>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 name="Google Shape;91;p3"/>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92" name="Google Shape;92;p3"/>
          <p:cNvSpPr txBox="1"/>
          <p:nvPr>
            <p:ph type="title"/>
          </p:nvPr>
        </p:nvSpPr>
        <p:spPr>
          <a:xfrm>
            <a:off x="1320400" y="2101475"/>
            <a:ext cx="3946800" cy="14883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3" name="Google Shape;93;p3"/>
          <p:cNvSpPr txBox="1"/>
          <p:nvPr>
            <p:ph hasCustomPrompt="1" idx="2" type="title"/>
          </p:nvPr>
        </p:nvSpPr>
        <p:spPr>
          <a:xfrm>
            <a:off x="5820275" y="1154975"/>
            <a:ext cx="1905300" cy="1090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4" name="Google Shape;94;p3"/>
          <p:cNvSpPr txBox="1"/>
          <p:nvPr>
            <p:ph idx="1" type="subTitle"/>
          </p:nvPr>
        </p:nvSpPr>
        <p:spPr>
          <a:xfrm>
            <a:off x="1320400" y="3589700"/>
            <a:ext cx="3946800" cy="47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5" name="Shape 95"/>
        <p:cNvGrpSpPr/>
        <p:nvPr/>
      </p:nvGrpSpPr>
      <p:grpSpPr>
        <a:xfrm>
          <a:off x="0" y="0"/>
          <a:ext cx="0" cy="0"/>
          <a:chOff x="0" y="0"/>
          <a:chExt cx="0" cy="0"/>
        </a:xfrm>
      </p:grpSpPr>
      <p:grpSp>
        <p:nvGrpSpPr>
          <p:cNvPr id="96" name="Google Shape;96;p4"/>
          <p:cNvGrpSpPr/>
          <p:nvPr/>
        </p:nvGrpSpPr>
        <p:grpSpPr>
          <a:xfrm>
            <a:off x="-199950" y="-327450"/>
            <a:ext cx="9543900" cy="5646000"/>
            <a:chOff x="-199950" y="-251250"/>
            <a:chExt cx="9543900" cy="5646000"/>
          </a:xfrm>
        </p:grpSpPr>
        <p:cxnSp>
          <p:nvCxnSpPr>
            <p:cNvPr id="97" name="Google Shape;97;p4"/>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98" name="Google Shape;98;p4"/>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99" name="Google Shape;99;p4"/>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0" name="Google Shape;100;p4"/>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1" name="Google Shape;101;p4"/>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2" name="Google Shape;102;p4"/>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3" name="Google Shape;103;p4"/>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4" name="Google Shape;104;p4"/>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5" name="Google Shape;105;p4"/>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6" name="Google Shape;106;p4"/>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7" name="Google Shape;107;p4"/>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8" name="Google Shape;108;p4"/>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9" name="Google Shape;109;p4"/>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10" name="Google Shape;110;p4"/>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11" name="Google Shape;111;p4"/>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12" name="Google Shape;112;p4"/>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3" name="Google Shape;113;p4"/>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4" name="Google Shape;114;p4"/>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5" name="Google Shape;115;p4"/>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6" name="Google Shape;116;p4"/>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7" name="Google Shape;117;p4"/>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8" name="Google Shape;118;p4"/>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9" name="Google Shape;119;p4"/>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20" name="Google Shape;120;p4"/>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21" name="Google Shape;121;p4"/>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22" name="Google Shape;122;p4"/>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123" name="Google Shape;123;p4"/>
          <p:cNvGrpSpPr/>
          <p:nvPr/>
        </p:nvGrpSpPr>
        <p:grpSpPr>
          <a:xfrm>
            <a:off x="473650" y="274900"/>
            <a:ext cx="8349800" cy="4746124"/>
            <a:chOff x="473650" y="274900"/>
            <a:chExt cx="8349800" cy="4746124"/>
          </a:xfrm>
        </p:grpSpPr>
        <p:grpSp>
          <p:nvGrpSpPr>
            <p:cNvPr id="124" name="Google Shape;124;p4"/>
            <p:cNvGrpSpPr/>
            <p:nvPr/>
          </p:nvGrpSpPr>
          <p:grpSpPr>
            <a:xfrm>
              <a:off x="626050" y="427300"/>
              <a:ext cx="8197400" cy="4593724"/>
              <a:chOff x="-280802" y="20880"/>
              <a:chExt cx="10622522" cy="5952733"/>
            </a:xfrm>
          </p:grpSpPr>
          <p:sp>
            <p:nvSpPr>
              <p:cNvPr id="125" name="Google Shape;125;p4"/>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 name="Google Shape;126;p4"/>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 name="Google Shape;127;p4"/>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 name="Google Shape;128;p4"/>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 name="Google Shape;129;p4"/>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30" name="Google Shape;130;p4"/>
            <p:cNvGrpSpPr/>
            <p:nvPr/>
          </p:nvGrpSpPr>
          <p:grpSpPr>
            <a:xfrm>
              <a:off x="473650" y="274900"/>
              <a:ext cx="8197400" cy="4593724"/>
              <a:chOff x="-280802" y="20880"/>
              <a:chExt cx="10622522" cy="5952733"/>
            </a:xfrm>
          </p:grpSpPr>
          <p:sp>
            <p:nvSpPr>
              <p:cNvPr id="131" name="Google Shape;131;p4"/>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 name="Google Shape;132;p4"/>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 name="Google Shape;133;p4"/>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 name="Google Shape;134;p4"/>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 name="Google Shape;135;p4"/>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136" name="Google Shape;136;p4"/>
          <p:cNvSpPr txBox="1"/>
          <p:nvPr>
            <p:ph idx="1" type="body"/>
          </p:nvPr>
        </p:nvSpPr>
        <p:spPr>
          <a:xfrm>
            <a:off x="720000" y="1514050"/>
            <a:ext cx="7704000" cy="30549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
        <p:nvSpPr>
          <p:cNvPr id="137" name="Google Shape;137;p4"/>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8" name="Shape 138"/>
        <p:cNvGrpSpPr/>
        <p:nvPr/>
      </p:nvGrpSpPr>
      <p:grpSpPr>
        <a:xfrm>
          <a:off x="0" y="0"/>
          <a:ext cx="0" cy="0"/>
          <a:chOff x="0" y="0"/>
          <a:chExt cx="0" cy="0"/>
        </a:xfrm>
      </p:grpSpPr>
      <p:grpSp>
        <p:nvGrpSpPr>
          <p:cNvPr id="139" name="Google Shape;139;p5"/>
          <p:cNvGrpSpPr/>
          <p:nvPr/>
        </p:nvGrpSpPr>
        <p:grpSpPr>
          <a:xfrm>
            <a:off x="-199950" y="-327450"/>
            <a:ext cx="9543900" cy="5646000"/>
            <a:chOff x="-199950" y="-251250"/>
            <a:chExt cx="9543900" cy="5646000"/>
          </a:xfrm>
        </p:grpSpPr>
        <p:cxnSp>
          <p:nvCxnSpPr>
            <p:cNvPr id="140" name="Google Shape;140;p5"/>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1" name="Google Shape;141;p5"/>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2" name="Google Shape;142;p5"/>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3" name="Google Shape;143;p5"/>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4" name="Google Shape;144;p5"/>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5" name="Google Shape;145;p5"/>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6" name="Google Shape;146;p5"/>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7" name="Google Shape;147;p5"/>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8" name="Google Shape;148;p5"/>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9" name="Google Shape;149;p5"/>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0" name="Google Shape;150;p5"/>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1" name="Google Shape;151;p5"/>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2" name="Google Shape;152;p5"/>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3" name="Google Shape;153;p5"/>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4" name="Google Shape;154;p5"/>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5" name="Google Shape;155;p5"/>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56" name="Google Shape;156;p5"/>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57" name="Google Shape;157;p5"/>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58" name="Google Shape;158;p5"/>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59" name="Google Shape;159;p5"/>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0" name="Google Shape;160;p5"/>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1" name="Google Shape;161;p5"/>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2" name="Google Shape;162;p5"/>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3" name="Google Shape;163;p5"/>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4" name="Google Shape;164;p5"/>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5" name="Google Shape;165;p5"/>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166" name="Google Shape;166;p5"/>
          <p:cNvGrpSpPr/>
          <p:nvPr/>
        </p:nvGrpSpPr>
        <p:grpSpPr>
          <a:xfrm>
            <a:off x="473650" y="274900"/>
            <a:ext cx="8349800" cy="4746124"/>
            <a:chOff x="473650" y="274900"/>
            <a:chExt cx="8349800" cy="4746124"/>
          </a:xfrm>
        </p:grpSpPr>
        <p:grpSp>
          <p:nvGrpSpPr>
            <p:cNvPr id="167" name="Google Shape;167;p5"/>
            <p:cNvGrpSpPr/>
            <p:nvPr/>
          </p:nvGrpSpPr>
          <p:grpSpPr>
            <a:xfrm>
              <a:off x="626050" y="427300"/>
              <a:ext cx="8197400" cy="4593724"/>
              <a:chOff x="-280802" y="20880"/>
              <a:chExt cx="10622522" cy="5952733"/>
            </a:xfrm>
          </p:grpSpPr>
          <p:sp>
            <p:nvSpPr>
              <p:cNvPr id="168" name="Google Shape;168;p5"/>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 name="Google Shape;169;p5"/>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 name="Google Shape;170;p5"/>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 name="Google Shape;171;p5"/>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 name="Google Shape;172;p5"/>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73" name="Google Shape;173;p5"/>
            <p:cNvGrpSpPr/>
            <p:nvPr/>
          </p:nvGrpSpPr>
          <p:grpSpPr>
            <a:xfrm>
              <a:off x="473650" y="274900"/>
              <a:ext cx="8197400" cy="4593724"/>
              <a:chOff x="-280802" y="20880"/>
              <a:chExt cx="10622522" cy="5952733"/>
            </a:xfrm>
          </p:grpSpPr>
          <p:sp>
            <p:nvSpPr>
              <p:cNvPr id="174" name="Google Shape;174;p5"/>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 name="Google Shape;175;p5"/>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 name="Google Shape;176;p5"/>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7" name="Google Shape;177;p5"/>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8" name="Google Shape;178;p5"/>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179" name="Google Shape;179;p5"/>
          <p:cNvSpPr txBox="1"/>
          <p:nvPr>
            <p:ph idx="1" type="subTitle"/>
          </p:nvPr>
        </p:nvSpPr>
        <p:spPr>
          <a:xfrm>
            <a:off x="1290750" y="2873142"/>
            <a:ext cx="29076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0" name="Google Shape;180;p5"/>
          <p:cNvSpPr txBox="1"/>
          <p:nvPr>
            <p:ph idx="2" type="subTitle"/>
          </p:nvPr>
        </p:nvSpPr>
        <p:spPr>
          <a:xfrm>
            <a:off x="4945625" y="2873142"/>
            <a:ext cx="2907600" cy="425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1" name="Google Shape;181;p5"/>
          <p:cNvSpPr txBox="1"/>
          <p:nvPr>
            <p:ph idx="3" type="subTitle"/>
          </p:nvPr>
        </p:nvSpPr>
        <p:spPr>
          <a:xfrm>
            <a:off x="1290750" y="3182195"/>
            <a:ext cx="2907600" cy="107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2" name="Google Shape;182;p5"/>
          <p:cNvSpPr txBox="1"/>
          <p:nvPr>
            <p:ph idx="4" type="subTitle"/>
          </p:nvPr>
        </p:nvSpPr>
        <p:spPr>
          <a:xfrm>
            <a:off x="4945625" y="3182195"/>
            <a:ext cx="2907600" cy="107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3" name="Google Shape;183;p5"/>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grpSp>
        <p:nvGrpSpPr>
          <p:cNvPr id="185" name="Google Shape;185;p6"/>
          <p:cNvGrpSpPr/>
          <p:nvPr/>
        </p:nvGrpSpPr>
        <p:grpSpPr>
          <a:xfrm>
            <a:off x="-199950" y="-327450"/>
            <a:ext cx="9543900" cy="5646000"/>
            <a:chOff x="-199950" y="-251250"/>
            <a:chExt cx="9543900" cy="5646000"/>
          </a:xfrm>
        </p:grpSpPr>
        <p:cxnSp>
          <p:nvCxnSpPr>
            <p:cNvPr id="186" name="Google Shape;186;p6"/>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87" name="Google Shape;187;p6"/>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88" name="Google Shape;188;p6"/>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89" name="Google Shape;189;p6"/>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0" name="Google Shape;190;p6"/>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1" name="Google Shape;191;p6"/>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2" name="Google Shape;192;p6"/>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3" name="Google Shape;193;p6"/>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4" name="Google Shape;194;p6"/>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5" name="Google Shape;195;p6"/>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6" name="Google Shape;196;p6"/>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7" name="Google Shape;197;p6"/>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8" name="Google Shape;198;p6"/>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9" name="Google Shape;199;p6"/>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00" name="Google Shape;200;p6"/>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01" name="Google Shape;201;p6"/>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2" name="Google Shape;202;p6"/>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3" name="Google Shape;203;p6"/>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4" name="Google Shape;204;p6"/>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5" name="Google Shape;205;p6"/>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6" name="Google Shape;206;p6"/>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7" name="Google Shape;207;p6"/>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8" name="Google Shape;208;p6"/>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9" name="Google Shape;209;p6"/>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10" name="Google Shape;210;p6"/>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11" name="Google Shape;211;p6"/>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212" name="Google Shape;212;p6"/>
          <p:cNvGrpSpPr/>
          <p:nvPr/>
        </p:nvGrpSpPr>
        <p:grpSpPr>
          <a:xfrm>
            <a:off x="473650" y="274900"/>
            <a:ext cx="8349800" cy="4746124"/>
            <a:chOff x="473650" y="274900"/>
            <a:chExt cx="8349800" cy="4746124"/>
          </a:xfrm>
        </p:grpSpPr>
        <p:grpSp>
          <p:nvGrpSpPr>
            <p:cNvPr id="213" name="Google Shape;213;p6"/>
            <p:cNvGrpSpPr/>
            <p:nvPr/>
          </p:nvGrpSpPr>
          <p:grpSpPr>
            <a:xfrm>
              <a:off x="626050" y="427300"/>
              <a:ext cx="8197400" cy="4593724"/>
              <a:chOff x="-280802" y="20880"/>
              <a:chExt cx="10622522" cy="5952733"/>
            </a:xfrm>
          </p:grpSpPr>
          <p:sp>
            <p:nvSpPr>
              <p:cNvPr id="214" name="Google Shape;214;p6"/>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5" name="Google Shape;215;p6"/>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6" name="Google Shape;216;p6"/>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 name="Google Shape;217;p6"/>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 name="Google Shape;218;p6"/>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19" name="Google Shape;219;p6"/>
            <p:cNvGrpSpPr/>
            <p:nvPr/>
          </p:nvGrpSpPr>
          <p:grpSpPr>
            <a:xfrm>
              <a:off x="473650" y="274900"/>
              <a:ext cx="8197400" cy="4593724"/>
              <a:chOff x="-280802" y="20880"/>
              <a:chExt cx="10622522" cy="5952733"/>
            </a:xfrm>
          </p:grpSpPr>
          <p:sp>
            <p:nvSpPr>
              <p:cNvPr id="220" name="Google Shape;220;p6"/>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1" name="Google Shape;221;p6"/>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2" name="Google Shape;222;p6"/>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3" name="Google Shape;223;p6"/>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4" name="Google Shape;224;p6"/>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225" name="Google Shape;225;p6"/>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6" name="Shape 226"/>
        <p:cNvGrpSpPr/>
        <p:nvPr/>
      </p:nvGrpSpPr>
      <p:grpSpPr>
        <a:xfrm>
          <a:off x="0" y="0"/>
          <a:ext cx="0" cy="0"/>
          <a:chOff x="0" y="0"/>
          <a:chExt cx="0" cy="0"/>
        </a:xfrm>
      </p:grpSpPr>
      <p:grpSp>
        <p:nvGrpSpPr>
          <p:cNvPr id="227" name="Google Shape;227;p7"/>
          <p:cNvGrpSpPr/>
          <p:nvPr/>
        </p:nvGrpSpPr>
        <p:grpSpPr>
          <a:xfrm>
            <a:off x="-199950" y="-327450"/>
            <a:ext cx="9543900" cy="5646000"/>
            <a:chOff x="-199950" y="-251250"/>
            <a:chExt cx="9543900" cy="5646000"/>
          </a:xfrm>
        </p:grpSpPr>
        <p:cxnSp>
          <p:nvCxnSpPr>
            <p:cNvPr id="228" name="Google Shape;228;p7"/>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29" name="Google Shape;229;p7"/>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0" name="Google Shape;230;p7"/>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1" name="Google Shape;231;p7"/>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2" name="Google Shape;232;p7"/>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3" name="Google Shape;233;p7"/>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4" name="Google Shape;234;p7"/>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5" name="Google Shape;235;p7"/>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6" name="Google Shape;236;p7"/>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7" name="Google Shape;237;p7"/>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8" name="Google Shape;238;p7"/>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9" name="Google Shape;239;p7"/>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0" name="Google Shape;240;p7"/>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1" name="Google Shape;241;p7"/>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2" name="Google Shape;242;p7"/>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3" name="Google Shape;243;p7"/>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4" name="Google Shape;244;p7"/>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5" name="Google Shape;245;p7"/>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6" name="Google Shape;246;p7"/>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7" name="Google Shape;247;p7"/>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8" name="Google Shape;248;p7"/>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9" name="Google Shape;249;p7"/>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50" name="Google Shape;250;p7"/>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51" name="Google Shape;251;p7"/>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52" name="Google Shape;252;p7"/>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53" name="Google Shape;253;p7"/>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254" name="Google Shape;254;p7"/>
          <p:cNvGrpSpPr/>
          <p:nvPr/>
        </p:nvGrpSpPr>
        <p:grpSpPr>
          <a:xfrm>
            <a:off x="473650" y="274900"/>
            <a:ext cx="8349800" cy="4746124"/>
            <a:chOff x="473650" y="274900"/>
            <a:chExt cx="8349800" cy="4746124"/>
          </a:xfrm>
        </p:grpSpPr>
        <p:grpSp>
          <p:nvGrpSpPr>
            <p:cNvPr id="255" name="Google Shape;255;p7"/>
            <p:cNvGrpSpPr/>
            <p:nvPr/>
          </p:nvGrpSpPr>
          <p:grpSpPr>
            <a:xfrm>
              <a:off x="626050" y="427300"/>
              <a:ext cx="8197400" cy="4593724"/>
              <a:chOff x="-280802" y="20880"/>
              <a:chExt cx="10622522" cy="5952733"/>
            </a:xfrm>
          </p:grpSpPr>
          <p:sp>
            <p:nvSpPr>
              <p:cNvPr id="256" name="Google Shape;256;p7"/>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57" name="Google Shape;257;p7"/>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58" name="Google Shape;258;p7"/>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59" name="Google Shape;259;p7"/>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0" name="Google Shape;260;p7"/>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61" name="Google Shape;261;p7"/>
            <p:cNvGrpSpPr/>
            <p:nvPr/>
          </p:nvGrpSpPr>
          <p:grpSpPr>
            <a:xfrm>
              <a:off x="473650" y="274900"/>
              <a:ext cx="8197400" cy="4593724"/>
              <a:chOff x="-280802" y="20880"/>
              <a:chExt cx="10622522" cy="5952733"/>
            </a:xfrm>
          </p:grpSpPr>
          <p:sp>
            <p:nvSpPr>
              <p:cNvPr id="262" name="Google Shape;262;p7"/>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3" name="Google Shape;263;p7"/>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4" name="Google Shape;264;p7"/>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5" name="Google Shape;265;p7"/>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6" name="Google Shape;266;p7"/>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267" name="Google Shape;267;p7"/>
          <p:cNvSpPr txBox="1"/>
          <p:nvPr>
            <p:ph idx="1" type="body"/>
          </p:nvPr>
        </p:nvSpPr>
        <p:spPr>
          <a:xfrm>
            <a:off x="4381025" y="1970075"/>
            <a:ext cx="3867000" cy="24909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2"/>
              </a:buClr>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268" name="Google Shape;268;p7"/>
          <p:cNvSpPr/>
          <p:nvPr>
            <p:ph idx="2" type="pic"/>
          </p:nvPr>
        </p:nvSpPr>
        <p:spPr>
          <a:xfrm>
            <a:off x="896750" y="1970075"/>
            <a:ext cx="3217500" cy="2490900"/>
          </a:xfrm>
          <a:prstGeom prst="rect">
            <a:avLst/>
          </a:prstGeom>
          <a:noFill/>
          <a:ln cap="flat" cmpd="sng" w="19050">
            <a:solidFill>
              <a:schemeClr val="dk1"/>
            </a:solidFill>
            <a:prstDash val="solid"/>
            <a:round/>
            <a:headEnd len="sm" w="sm" type="none"/>
            <a:tailEnd len="sm" w="sm" type="none"/>
          </a:ln>
        </p:spPr>
      </p:sp>
      <p:sp>
        <p:nvSpPr>
          <p:cNvPr id="269" name="Google Shape;269;p7"/>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0" name="Shape 270"/>
        <p:cNvGrpSpPr/>
        <p:nvPr/>
      </p:nvGrpSpPr>
      <p:grpSpPr>
        <a:xfrm>
          <a:off x="0" y="0"/>
          <a:ext cx="0" cy="0"/>
          <a:chOff x="0" y="0"/>
          <a:chExt cx="0" cy="0"/>
        </a:xfrm>
      </p:grpSpPr>
      <p:grpSp>
        <p:nvGrpSpPr>
          <p:cNvPr id="271" name="Google Shape;271;p8"/>
          <p:cNvGrpSpPr/>
          <p:nvPr/>
        </p:nvGrpSpPr>
        <p:grpSpPr>
          <a:xfrm>
            <a:off x="-199950" y="-327450"/>
            <a:ext cx="9543900" cy="5646000"/>
            <a:chOff x="-199950" y="-251250"/>
            <a:chExt cx="9543900" cy="5646000"/>
          </a:xfrm>
        </p:grpSpPr>
        <p:cxnSp>
          <p:nvCxnSpPr>
            <p:cNvPr id="272" name="Google Shape;272;p8"/>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3" name="Google Shape;273;p8"/>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4" name="Google Shape;274;p8"/>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5" name="Google Shape;275;p8"/>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6" name="Google Shape;276;p8"/>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7" name="Google Shape;277;p8"/>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8" name="Google Shape;278;p8"/>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9" name="Google Shape;279;p8"/>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0" name="Google Shape;280;p8"/>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1" name="Google Shape;281;p8"/>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2" name="Google Shape;282;p8"/>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3" name="Google Shape;283;p8"/>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4" name="Google Shape;284;p8"/>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5" name="Google Shape;285;p8"/>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6" name="Google Shape;286;p8"/>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7" name="Google Shape;287;p8"/>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88" name="Google Shape;288;p8"/>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89" name="Google Shape;289;p8"/>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0" name="Google Shape;290;p8"/>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1" name="Google Shape;291;p8"/>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2" name="Google Shape;292;p8"/>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3" name="Google Shape;293;p8"/>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4" name="Google Shape;294;p8"/>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5" name="Google Shape;295;p8"/>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6" name="Google Shape;296;p8"/>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7" name="Google Shape;297;p8"/>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298" name="Google Shape;298;p8"/>
          <p:cNvGrpSpPr/>
          <p:nvPr/>
        </p:nvGrpSpPr>
        <p:grpSpPr>
          <a:xfrm>
            <a:off x="473650" y="274900"/>
            <a:ext cx="8349800" cy="4746124"/>
            <a:chOff x="473650" y="274900"/>
            <a:chExt cx="8349800" cy="4746124"/>
          </a:xfrm>
        </p:grpSpPr>
        <p:grpSp>
          <p:nvGrpSpPr>
            <p:cNvPr id="299" name="Google Shape;299;p8"/>
            <p:cNvGrpSpPr/>
            <p:nvPr/>
          </p:nvGrpSpPr>
          <p:grpSpPr>
            <a:xfrm>
              <a:off x="626050" y="427300"/>
              <a:ext cx="8197400" cy="4593724"/>
              <a:chOff x="-280802" y="20880"/>
              <a:chExt cx="10622522" cy="5952733"/>
            </a:xfrm>
          </p:grpSpPr>
          <p:sp>
            <p:nvSpPr>
              <p:cNvPr id="300" name="Google Shape;300;p8"/>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1" name="Google Shape;301;p8"/>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2" name="Google Shape;302;p8"/>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3" name="Google Shape;303;p8"/>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4" name="Google Shape;304;p8"/>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05" name="Google Shape;305;p8"/>
            <p:cNvGrpSpPr/>
            <p:nvPr/>
          </p:nvGrpSpPr>
          <p:grpSpPr>
            <a:xfrm>
              <a:off x="473650" y="274900"/>
              <a:ext cx="8197400" cy="4593724"/>
              <a:chOff x="-280802" y="20880"/>
              <a:chExt cx="10622522" cy="5952733"/>
            </a:xfrm>
          </p:grpSpPr>
          <p:sp>
            <p:nvSpPr>
              <p:cNvPr id="306" name="Google Shape;306;p8"/>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7" name="Google Shape;307;p8"/>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8" name="Google Shape;308;p8"/>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9" name="Google Shape;309;p8"/>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0" name="Google Shape;310;p8"/>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311" name="Google Shape;311;p8"/>
          <p:cNvSpPr txBox="1"/>
          <p:nvPr>
            <p:ph type="title"/>
          </p:nvPr>
        </p:nvSpPr>
        <p:spPr>
          <a:xfrm>
            <a:off x="2496625" y="879900"/>
            <a:ext cx="5751000" cy="2424000"/>
          </a:xfrm>
          <a:prstGeom prst="rect">
            <a:avLst/>
          </a:prstGeom>
          <a:ln>
            <a:noFill/>
          </a:ln>
        </p:spPr>
        <p:txBody>
          <a:bodyPr anchorCtr="0" anchor="ctr" bIns="91425" lIns="91425" spcFirstLastPara="1" rIns="91425" wrap="square" tIns="91425">
            <a:noAutofit/>
          </a:bodyPr>
          <a:lstStyle>
            <a:lvl1pPr lvl="0" algn="r">
              <a:spcBef>
                <a:spcPts val="0"/>
              </a:spcBef>
              <a:spcAft>
                <a:spcPts val="0"/>
              </a:spcAft>
              <a:buSzPts val="6000"/>
              <a:buNone/>
              <a:defRPr sz="3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2" name="Shape 312"/>
        <p:cNvGrpSpPr/>
        <p:nvPr/>
      </p:nvGrpSpPr>
      <p:grpSpPr>
        <a:xfrm>
          <a:off x="0" y="0"/>
          <a:ext cx="0" cy="0"/>
          <a:chOff x="0" y="0"/>
          <a:chExt cx="0" cy="0"/>
        </a:xfrm>
      </p:grpSpPr>
      <p:grpSp>
        <p:nvGrpSpPr>
          <p:cNvPr id="313" name="Google Shape;313;p9"/>
          <p:cNvGrpSpPr/>
          <p:nvPr/>
        </p:nvGrpSpPr>
        <p:grpSpPr>
          <a:xfrm>
            <a:off x="-199950" y="-327450"/>
            <a:ext cx="9543900" cy="5646000"/>
            <a:chOff x="-199950" y="-251250"/>
            <a:chExt cx="9543900" cy="5646000"/>
          </a:xfrm>
        </p:grpSpPr>
        <p:cxnSp>
          <p:nvCxnSpPr>
            <p:cNvPr id="314" name="Google Shape;314;p9"/>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5" name="Google Shape;315;p9"/>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6" name="Google Shape;316;p9"/>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7" name="Google Shape;317;p9"/>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8" name="Google Shape;318;p9"/>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9" name="Google Shape;319;p9"/>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0" name="Google Shape;320;p9"/>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1" name="Google Shape;321;p9"/>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2" name="Google Shape;322;p9"/>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3" name="Google Shape;323;p9"/>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4" name="Google Shape;324;p9"/>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5" name="Google Shape;325;p9"/>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6" name="Google Shape;326;p9"/>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7" name="Google Shape;327;p9"/>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8" name="Google Shape;328;p9"/>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9" name="Google Shape;329;p9"/>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0" name="Google Shape;330;p9"/>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1" name="Google Shape;331;p9"/>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2" name="Google Shape;332;p9"/>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3" name="Google Shape;333;p9"/>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4" name="Google Shape;334;p9"/>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5" name="Google Shape;335;p9"/>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6" name="Google Shape;336;p9"/>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7" name="Google Shape;337;p9"/>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8" name="Google Shape;338;p9"/>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9" name="Google Shape;339;p9"/>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340" name="Google Shape;340;p9"/>
          <p:cNvGrpSpPr/>
          <p:nvPr/>
        </p:nvGrpSpPr>
        <p:grpSpPr>
          <a:xfrm>
            <a:off x="473650" y="274900"/>
            <a:ext cx="8349800" cy="4746124"/>
            <a:chOff x="473650" y="274900"/>
            <a:chExt cx="8349800" cy="4746124"/>
          </a:xfrm>
        </p:grpSpPr>
        <p:grpSp>
          <p:nvGrpSpPr>
            <p:cNvPr id="341" name="Google Shape;341;p9"/>
            <p:cNvGrpSpPr/>
            <p:nvPr/>
          </p:nvGrpSpPr>
          <p:grpSpPr>
            <a:xfrm>
              <a:off x="626050" y="427300"/>
              <a:ext cx="8197400" cy="4593724"/>
              <a:chOff x="-280802" y="20880"/>
              <a:chExt cx="10622522" cy="5952733"/>
            </a:xfrm>
          </p:grpSpPr>
          <p:sp>
            <p:nvSpPr>
              <p:cNvPr id="342" name="Google Shape;342;p9"/>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3" name="Google Shape;343;p9"/>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4" name="Google Shape;344;p9"/>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5" name="Google Shape;345;p9"/>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6" name="Google Shape;346;p9"/>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47" name="Google Shape;347;p9"/>
            <p:cNvGrpSpPr/>
            <p:nvPr/>
          </p:nvGrpSpPr>
          <p:grpSpPr>
            <a:xfrm>
              <a:off x="473650" y="274900"/>
              <a:ext cx="8197400" cy="4593724"/>
              <a:chOff x="-280802" y="20880"/>
              <a:chExt cx="10622522" cy="5952733"/>
            </a:xfrm>
          </p:grpSpPr>
          <p:sp>
            <p:nvSpPr>
              <p:cNvPr id="348" name="Google Shape;348;p9"/>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9" name="Google Shape;349;p9"/>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0" name="Google Shape;350;p9"/>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1" name="Google Shape;351;p9"/>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2" name="Google Shape;352;p9"/>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353" name="Google Shape;353;p9"/>
          <p:cNvSpPr txBox="1"/>
          <p:nvPr>
            <p:ph idx="1" type="subTitle"/>
          </p:nvPr>
        </p:nvSpPr>
        <p:spPr>
          <a:xfrm>
            <a:off x="896400" y="1812275"/>
            <a:ext cx="3550800" cy="263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54" name="Google Shape;354;p9"/>
          <p:cNvSpPr txBox="1"/>
          <p:nvPr>
            <p:ph idx="2" type="subTitle"/>
          </p:nvPr>
        </p:nvSpPr>
        <p:spPr>
          <a:xfrm>
            <a:off x="4696925" y="1812275"/>
            <a:ext cx="3550800" cy="263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55" name="Google Shape;355;p9"/>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6" name="Shape 356"/>
        <p:cNvGrpSpPr/>
        <p:nvPr/>
      </p:nvGrpSpPr>
      <p:grpSpPr>
        <a:xfrm>
          <a:off x="0" y="0"/>
          <a:ext cx="0" cy="0"/>
          <a:chOff x="0" y="0"/>
          <a:chExt cx="0" cy="0"/>
        </a:xfrm>
      </p:grpSpPr>
      <p:sp>
        <p:nvSpPr>
          <p:cNvPr id="357" name="Google Shape;357;p10"/>
          <p:cNvSpPr/>
          <p:nvPr>
            <p:ph idx="2" type="pic"/>
          </p:nvPr>
        </p:nvSpPr>
        <p:spPr>
          <a:xfrm>
            <a:off x="-125" y="50"/>
            <a:ext cx="9144000" cy="5143500"/>
          </a:xfrm>
          <a:prstGeom prst="rect">
            <a:avLst/>
          </a:prstGeom>
          <a:noFill/>
          <a:ln>
            <a:noFill/>
          </a:ln>
        </p:spPr>
      </p:sp>
      <p:sp>
        <p:nvSpPr>
          <p:cNvPr id="358" name="Google Shape;358;p10"/>
          <p:cNvSpPr txBox="1"/>
          <p:nvPr>
            <p:ph type="title"/>
          </p:nvPr>
        </p:nvSpPr>
        <p:spPr>
          <a:xfrm>
            <a:off x="713225" y="539500"/>
            <a:ext cx="7717500" cy="6939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9" name="Shape 359"/>
        <p:cNvGrpSpPr/>
        <p:nvPr/>
      </p:nvGrpSpPr>
      <p:grpSpPr>
        <a:xfrm>
          <a:off x="0" y="0"/>
          <a:ext cx="0" cy="0"/>
          <a:chOff x="0" y="0"/>
          <a:chExt cx="0" cy="0"/>
        </a:xfrm>
      </p:grpSpPr>
      <p:grpSp>
        <p:nvGrpSpPr>
          <p:cNvPr id="360" name="Google Shape;360;p11"/>
          <p:cNvGrpSpPr/>
          <p:nvPr/>
        </p:nvGrpSpPr>
        <p:grpSpPr>
          <a:xfrm>
            <a:off x="-199950" y="-327450"/>
            <a:ext cx="9543900" cy="5646000"/>
            <a:chOff x="-199950" y="-251250"/>
            <a:chExt cx="9543900" cy="5646000"/>
          </a:xfrm>
        </p:grpSpPr>
        <p:cxnSp>
          <p:nvCxnSpPr>
            <p:cNvPr id="361" name="Google Shape;361;p11"/>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2" name="Google Shape;362;p11"/>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3" name="Google Shape;363;p11"/>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4" name="Google Shape;364;p11"/>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5" name="Google Shape;365;p11"/>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6" name="Google Shape;366;p11"/>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7" name="Google Shape;367;p11"/>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8" name="Google Shape;368;p11"/>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9" name="Google Shape;369;p11"/>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0" name="Google Shape;370;p11"/>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1" name="Google Shape;371;p11"/>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2" name="Google Shape;372;p11"/>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3" name="Google Shape;373;p11"/>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4" name="Google Shape;374;p11"/>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5" name="Google Shape;375;p11"/>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6" name="Google Shape;376;p11"/>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77" name="Google Shape;377;p11"/>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78" name="Google Shape;378;p11"/>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79" name="Google Shape;379;p11"/>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0" name="Google Shape;380;p11"/>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1" name="Google Shape;381;p11"/>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2" name="Google Shape;382;p11"/>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3" name="Google Shape;383;p11"/>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4" name="Google Shape;384;p11"/>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5" name="Google Shape;385;p11"/>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6" name="Google Shape;386;p11"/>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387" name="Google Shape;387;p11"/>
          <p:cNvGrpSpPr/>
          <p:nvPr/>
        </p:nvGrpSpPr>
        <p:grpSpPr>
          <a:xfrm>
            <a:off x="473650" y="274900"/>
            <a:ext cx="8349800" cy="4746124"/>
            <a:chOff x="473650" y="274900"/>
            <a:chExt cx="8349800" cy="4746124"/>
          </a:xfrm>
        </p:grpSpPr>
        <p:grpSp>
          <p:nvGrpSpPr>
            <p:cNvPr id="388" name="Google Shape;388;p11"/>
            <p:cNvGrpSpPr/>
            <p:nvPr/>
          </p:nvGrpSpPr>
          <p:grpSpPr>
            <a:xfrm>
              <a:off x="626050" y="427300"/>
              <a:ext cx="8197400" cy="4593724"/>
              <a:chOff x="-280802" y="20880"/>
              <a:chExt cx="10622522" cy="5952733"/>
            </a:xfrm>
          </p:grpSpPr>
          <p:sp>
            <p:nvSpPr>
              <p:cNvPr id="389" name="Google Shape;389;p11"/>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0" name="Google Shape;390;p11"/>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1" name="Google Shape;391;p11"/>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2" name="Google Shape;392;p11"/>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3" name="Google Shape;393;p11"/>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94" name="Google Shape;394;p11"/>
            <p:cNvGrpSpPr/>
            <p:nvPr/>
          </p:nvGrpSpPr>
          <p:grpSpPr>
            <a:xfrm>
              <a:off x="473650" y="274900"/>
              <a:ext cx="8197400" cy="4593724"/>
              <a:chOff x="-280802" y="20880"/>
              <a:chExt cx="10622522" cy="5952733"/>
            </a:xfrm>
          </p:grpSpPr>
          <p:sp>
            <p:nvSpPr>
              <p:cNvPr id="395" name="Google Shape;395;p11"/>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6" name="Google Shape;396;p11"/>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7" name="Google Shape;397;p11"/>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8" name="Google Shape;398;p11"/>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9" name="Google Shape;399;p11"/>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400" name="Google Shape;400;p11"/>
          <p:cNvSpPr txBox="1"/>
          <p:nvPr>
            <p:ph hasCustomPrompt="1" type="title"/>
          </p:nvPr>
        </p:nvSpPr>
        <p:spPr>
          <a:xfrm>
            <a:off x="1880700" y="1752675"/>
            <a:ext cx="5382600" cy="1504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9600"/>
              <a:buNone/>
              <a:defRPr sz="4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1" name="Google Shape;401;p11"/>
          <p:cNvSpPr txBox="1"/>
          <p:nvPr>
            <p:ph idx="1" type="subTitle"/>
          </p:nvPr>
        </p:nvSpPr>
        <p:spPr>
          <a:xfrm>
            <a:off x="1880700" y="3422100"/>
            <a:ext cx="5382600" cy="450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02" name="Shape 40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8">
    <p:spTree>
      <p:nvGrpSpPr>
        <p:cNvPr id="403" name="Shape 403"/>
        <p:cNvGrpSpPr/>
        <p:nvPr/>
      </p:nvGrpSpPr>
      <p:grpSpPr>
        <a:xfrm>
          <a:off x="0" y="0"/>
          <a:ext cx="0" cy="0"/>
          <a:chOff x="0" y="0"/>
          <a:chExt cx="0" cy="0"/>
        </a:xfrm>
      </p:grpSpPr>
      <p:grpSp>
        <p:nvGrpSpPr>
          <p:cNvPr id="404" name="Google Shape;404;p13"/>
          <p:cNvGrpSpPr/>
          <p:nvPr/>
        </p:nvGrpSpPr>
        <p:grpSpPr>
          <a:xfrm>
            <a:off x="-199950" y="-327450"/>
            <a:ext cx="9543900" cy="5646000"/>
            <a:chOff x="-199950" y="-251250"/>
            <a:chExt cx="9543900" cy="5646000"/>
          </a:xfrm>
        </p:grpSpPr>
        <p:cxnSp>
          <p:nvCxnSpPr>
            <p:cNvPr id="405" name="Google Shape;405;p13"/>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06" name="Google Shape;406;p13"/>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07" name="Google Shape;407;p13"/>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08" name="Google Shape;408;p13"/>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09" name="Google Shape;409;p13"/>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0" name="Google Shape;410;p13"/>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1" name="Google Shape;411;p13"/>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2" name="Google Shape;412;p13"/>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3" name="Google Shape;413;p13"/>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4" name="Google Shape;414;p13"/>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5" name="Google Shape;415;p13"/>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6" name="Google Shape;416;p13"/>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7" name="Google Shape;417;p13"/>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8" name="Google Shape;418;p13"/>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9" name="Google Shape;419;p13"/>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20" name="Google Shape;420;p13"/>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1" name="Google Shape;421;p13"/>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2" name="Google Shape;422;p13"/>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3" name="Google Shape;423;p13"/>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4" name="Google Shape;424;p13"/>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5" name="Google Shape;425;p13"/>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6" name="Google Shape;426;p13"/>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7" name="Google Shape;427;p13"/>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8" name="Google Shape;428;p13"/>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9" name="Google Shape;429;p13"/>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30" name="Google Shape;430;p13"/>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431" name="Google Shape;431;p13"/>
          <p:cNvGrpSpPr/>
          <p:nvPr/>
        </p:nvGrpSpPr>
        <p:grpSpPr>
          <a:xfrm>
            <a:off x="473650" y="274900"/>
            <a:ext cx="8349800" cy="4746124"/>
            <a:chOff x="473650" y="274900"/>
            <a:chExt cx="8349800" cy="4746124"/>
          </a:xfrm>
        </p:grpSpPr>
        <p:grpSp>
          <p:nvGrpSpPr>
            <p:cNvPr id="432" name="Google Shape;432;p13"/>
            <p:cNvGrpSpPr/>
            <p:nvPr/>
          </p:nvGrpSpPr>
          <p:grpSpPr>
            <a:xfrm>
              <a:off x="626050" y="427300"/>
              <a:ext cx="8197400" cy="4593724"/>
              <a:chOff x="-280802" y="20880"/>
              <a:chExt cx="10622522" cy="5952733"/>
            </a:xfrm>
          </p:grpSpPr>
          <p:sp>
            <p:nvSpPr>
              <p:cNvPr id="433" name="Google Shape;433;p13"/>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4" name="Google Shape;434;p13"/>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5" name="Google Shape;435;p13"/>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6" name="Google Shape;436;p13"/>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7" name="Google Shape;437;p13"/>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38" name="Google Shape;438;p13"/>
            <p:cNvGrpSpPr/>
            <p:nvPr/>
          </p:nvGrpSpPr>
          <p:grpSpPr>
            <a:xfrm>
              <a:off x="473650" y="274900"/>
              <a:ext cx="8197400" cy="4593724"/>
              <a:chOff x="-280802" y="20880"/>
              <a:chExt cx="10622522" cy="5952733"/>
            </a:xfrm>
          </p:grpSpPr>
          <p:sp>
            <p:nvSpPr>
              <p:cNvPr id="439" name="Google Shape;439;p13"/>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0" name="Google Shape;440;p13"/>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1" name="Google Shape;441;p13"/>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2" name="Google Shape;442;p13"/>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3" name="Google Shape;443;p13"/>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444" name="Google Shape;444;p13"/>
          <p:cNvSpPr txBox="1"/>
          <p:nvPr>
            <p:ph idx="1" type="body"/>
          </p:nvPr>
        </p:nvSpPr>
        <p:spPr>
          <a:xfrm>
            <a:off x="896875" y="1978550"/>
            <a:ext cx="3675600" cy="26256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accent2"/>
              </a:buClr>
              <a:buSzPts val="1600"/>
              <a:buFont typeface="Bitter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445" name="Google Shape;445;p13"/>
          <p:cNvSpPr txBox="1"/>
          <p:nvPr>
            <p:ph idx="2" type="body"/>
          </p:nvPr>
        </p:nvSpPr>
        <p:spPr>
          <a:xfrm>
            <a:off x="4572419" y="1978550"/>
            <a:ext cx="3675600" cy="26256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accent2"/>
              </a:buClr>
              <a:buSzPts val="1600"/>
              <a:buChar char="●"/>
              <a:defRPr/>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0"/>
              </a:spcBef>
              <a:spcAft>
                <a:spcPts val="0"/>
              </a:spcAft>
              <a:buSzPts val="1400"/>
              <a:buChar char="■"/>
              <a:defRPr/>
            </a:lvl3pPr>
            <a:lvl4pPr indent="-317500" lvl="3" marL="1828800" rtl="0">
              <a:lnSpc>
                <a:spcPct val="100000"/>
              </a:lnSpc>
              <a:spcBef>
                <a:spcPts val="0"/>
              </a:spcBef>
              <a:spcAft>
                <a:spcPts val="0"/>
              </a:spcAft>
              <a:buSzPts val="1400"/>
              <a:buChar char="●"/>
              <a:defRPr/>
            </a:lvl4pPr>
            <a:lvl5pPr indent="-317500" lvl="4" marL="2286000" rtl="0">
              <a:lnSpc>
                <a:spcPct val="100000"/>
              </a:lnSpc>
              <a:spcBef>
                <a:spcPts val="0"/>
              </a:spcBef>
              <a:spcAft>
                <a:spcPts val="0"/>
              </a:spcAft>
              <a:buSzPts val="1400"/>
              <a:buChar char="○"/>
              <a:defRPr/>
            </a:lvl5pPr>
            <a:lvl6pPr indent="-317500" lvl="5" marL="2743200" rtl="0">
              <a:lnSpc>
                <a:spcPct val="100000"/>
              </a:lnSpc>
              <a:spcBef>
                <a:spcPts val="0"/>
              </a:spcBef>
              <a:spcAft>
                <a:spcPts val="0"/>
              </a:spcAft>
              <a:buSzPts val="1400"/>
              <a:buChar char="■"/>
              <a:defRPr/>
            </a:lvl6pPr>
            <a:lvl7pPr indent="-317500" lvl="6" marL="3200400" rtl="0">
              <a:lnSpc>
                <a:spcPct val="100000"/>
              </a:lnSpc>
              <a:spcBef>
                <a:spcPts val="0"/>
              </a:spcBef>
              <a:spcAft>
                <a:spcPts val="0"/>
              </a:spcAft>
              <a:buSzPts val="1400"/>
              <a:buChar char="●"/>
              <a:defRPr/>
            </a:lvl7pPr>
            <a:lvl8pPr indent="-317500" lvl="7" marL="3657600" rtl="0">
              <a:lnSpc>
                <a:spcPct val="100000"/>
              </a:lnSpc>
              <a:spcBef>
                <a:spcPts val="0"/>
              </a:spcBef>
              <a:spcAft>
                <a:spcPts val="0"/>
              </a:spcAft>
              <a:buSzPts val="1400"/>
              <a:buChar char="○"/>
              <a:defRPr/>
            </a:lvl8pPr>
            <a:lvl9pPr indent="-317500" lvl="8" marL="4114800" rtl="0">
              <a:lnSpc>
                <a:spcPct val="100000"/>
              </a:lnSpc>
              <a:spcBef>
                <a:spcPts val="0"/>
              </a:spcBef>
              <a:spcAft>
                <a:spcPts val="0"/>
              </a:spcAft>
              <a:buSzPts val="1400"/>
              <a:buChar char="■"/>
              <a:defRPr/>
            </a:lvl9pPr>
          </a:lstStyle>
          <a:p/>
        </p:txBody>
      </p:sp>
      <p:sp>
        <p:nvSpPr>
          <p:cNvPr id="446" name="Google Shape;446;p13"/>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29">
    <p:spTree>
      <p:nvGrpSpPr>
        <p:cNvPr id="447" name="Shape 447"/>
        <p:cNvGrpSpPr/>
        <p:nvPr/>
      </p:nvGrpSpPr>
      <p:grpSpPr>
        <a:xfrm>
          <a:off x="0" y="0"/>
          <a:ext cx="0" cy="0"/>
          <a:chOff x="0" y="0"/>
          <a:chExt cx="0" cy="0"/>
        </a:xfrm>
      </p:grpSpPr>
      <p:grpSp>
        <p:nvGrpSpPr>
          <p:cNvPr id="448" name="Google Shape;448;p14"/>
          <p:cNvGrpSpPr/>
          <p:nvPr/>
        </p:nvGrpSpPr>
        <p:grpSpPr>
          <a:xfrm>
            <a:off x="-199950" y="-327450"/>
            <a:ext cx="9543900" cy="5646000"/>
            <a:chOff x="-199950" y="-251250"/>
            <a:chExt cx="9543900" cy="5646000"/>
          </a:xfrm>
        </p:grpSpPr>
        <p:cxnSp>
          <p:nvCxnSpPr>
            <p:cNvPr id="449" name="Google Shape;449;p14"/>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0" name="Google Shape;450;p14"/>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1" name="Google Shape;451;p14"/>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2" name="Google Shape;452;p14"/>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3" name="Google Shape;453;p14"/>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4" name="Google Shape;454;p14"/>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5" name="Google Shape;455;p14"/>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6" name="Google Shape;456;p14"/>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7" name="Google Shape;457;p14"/>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8" name="Google Shape;458;p14"/>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9" name="Google Shape;459;p14"/>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0" name="Google Shape;460;p14"/>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1" name="Google Shape;461;p14"/>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2" name="Google Shape;462;p14"/>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3" name="Google Shape;463;p14"/>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4" name="Google Shape;464;p14"/>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5" name="Google Shape;465;p14"/>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6" name="Google Shape;466;p14"/>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7" name="Google Shape;467;p14"/>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8" name="Google Shape;468;p14"/>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9" name="Google Shape;469;p14"/>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0" name="Google Shape;470;p14"/>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1" name="Google Shape;471;p14"/>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2" name="Google Shape;472;p14"/>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3" name="Google Shape;473;p14"/>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4" name="Google Shape;474;p14"/>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475" name="Google Shape;475;p14"/>
          <p:cNvGrpSpPr/>
          <p:nvPr/>
        </p:nvGrpSpPr>
        <p:grpSpPr>
          <a:xfrm>
            <a:off x="473650" y="274900"/>
            <a:ext cx="8349800" cy="4746124"/>
            <a:chOff x="473650" y="274900"/>
            <a:chExt cx="8349800" cy="4746124"/>
          </a:xfrm>
        </p:grpSpPr>
        <p:grpSp>
          <p:nvGrpSpPr>
            <p:cNvPr id="476" name="Google Shape;476;p14"/>
            <p:cNvGrpSpPr/>
            <p:nvPr/>
          </p:nvGrpSpPr>
          <p:grpSpPr>
            <a:xfrm>
              <a:off x="626050" y="427300"/>
              <a:ext cx="8197400" cy="4593724"/>
              <a:chOff x="-280802" y="20880"/>
              <a:chExt cx="10622522" cy="5952733"/>
            </a:xfrm>
          </p:grpSpPr>
          <p:sp>
            <p:nvSpPr>
              <p:cNvPr id="477" name="Google Shape;477;p14"/>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8" name="Google Shape;478;p14"/>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9" name="Google Shape;479;p14"/>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0" name="Google Shape;480;p14"/>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1" name="Google Shape;481;p14"/>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82" name="Google Shape;482;p14"/>
            <p:cNvGrpSpPr/>
            <p:nvPr/>
          </p:nvGrpSpPr>
          <p:grpSpPr>
            <a:xfrm>
              <a:off x="473650" y="274900"/>
              <a:ext cx="8197400" cy="4593724"/>
              <a:chOff x="-280802" y="20880"/>
              <a:chExt cx="10622522" cy="5952733"/>
            </a:xfrm>
          </p:grpSpPr>
          <p:sp>
            <p:nvSpPr>
              <p:cNvPr id="483" name="Google Shape;483;p14"/>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4" name="Google Shape;484;p14"/>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5" name="Google Shape;485;p14"/>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6" name="Google Shape;486;p14"/>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7" name="Google Shape;487;p14"/>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488" name="Google Shape;488;p14"/>
          <p:cNvSpPr txBox="1"/>
          <p:nvPr>
            <p:ph idx="1" type="body"/>
          </p:nvPr>
        </p:nvSpPr>
        <p:spPr>
          <a:xfrm>
            <a:off x="896875" y="1978550"/>
            <a:ext cx="3675600" cy="26256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accent2"/>
              </a:buClr>
              <a:buSzPts val="1600"/>
              <a:buFont typeface="Bitter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489" name="Google Shape;489;p14"/>
          <p:cNvSpPr txBox="1"/>
          <p:nvPr>
            <p:ph idx="2" type="body"/>
          </p:nvPr>
        </p:nvSpPr>
        <p:spPr>
          <a:xfrm>
            <a:off x="4572419" y="1978550"/>
            <a:ext cx="3675600" cy="26256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accent2"/>
              </a:buClr>
              <a:buSzPts val="1600"/>
              <a:buChar char="●"/>
              <a:defRPr/>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0"/>
              </a:spcBef>
              <a:spcAft>
                <a:spcPts val="0"/>
              </a:spcAft>
              <a:buSzPts val="1400"/>
              <a:buChar char="■"/>
              <a:defRPr/>
            </a:lvl3pPr>
            <a:lvl4pPr indent="-317500" lvl="3" marL="1828800" rtl="0">
              <a:lnSpc>
                <a:spcPct val="100000"/>
              </a:lnSpc>
              <a:spcBef>
                <a:spcPts val="0"/>
              </a:spcBef>
              <a:spcAft>
                <a:spcPts val="0"/>
              </a:spcAft>
              <a:buSzPts val="1400"/>
              <a:buChar char="●"/>
              <a:defRPr/>
            </a:lvl4pPr>
            <a:lvl5pPr indent="-317500" lvl="4" marL="2286000" rtl="0">
              <a:lnSpc>
                <a:spcPct val="100000"/>
              </a:lnSpc>
              <a:spcBef>
                <a:spcPts val="0"/>
              </a:spcBef>
              <a:spcAft>
                <a:spcPts val="0"/>
              </a:spcAft>
              <a:buSzPts val="1400"/>
              <a:buChar char="○"/>
              <a:defRPr/>
            </a:lvl5pPr>
            <a:lvl6pPr indent="-317500" lvl="5" marL="2743200" rtl="0">
              <a:lnSpc>
                <a:spcPct val="100000"/>
              </a:lnSpc>
              <a:spcBef>
                <a:spcPts val="0"/>
              </a:spcBef>
              <a:spcAft>
                <a:spcPts val="0"/>
              </a:spcAft>
              <a:buSzPts val="1400"/>
              <a:buChar char="■"/>
              <a:defRPr/>
            </a:lvl6pPr>
            <a:lvl7pPr indent="-317500" lvl="6" marL="3200400" rtl="0">
              <a:lnSpc>
                <a:spcPct val="100000"/>
              </a:lnSpc>
              <a:spcBef>
                <a:spcPts val="0"/>
              </a:spcBef>
              <a:spcAft>
                <a:spcPts val="0"/>
              </a:spcAft>
              <a:buSzPts val="1400"/>
              <a:buChar char="●"/>
              <a:defRPr/>
            </a:lvl7pPr>
            <a:lvl8pPr indent="-317500" lvl="7" marL="3657600" rtl="0">
              <a:lnSpc>
                <a:spcPct val="100000"/>
              </a:lnSpc>
              <a:spcBef>
                <a:spcPts val="0"/>
              </a:spcBef>
              <a:spcAft>
                <a:spcPts val="0"/>
              </a:spcAft>
              <a:buSzPts val="1400"/>
              <a:buChar char="○"/>
              <a:defRPr/>
            </a:lvl8pPr>
            <a:lvl9pPr indent="-317500" lvl="8" marL="4114800" rtl="0">
              <a:lnSpc>
                <a:spcPct val="100000"/>
              </a:lnSpc>
              <a:spcBef>
                <a:spcPts val="0"/>
              </a:spcBef>
              <a:spcAft>
                <a:spcPts val="0"/>
              </a:spcAft>
              <a:buSzPts val="1400"/>
              <a:buChar char="■"/>
              <a:defRPr/>
            </a:lvl9pPr>
          </a:lstStyle>
          <a:p/>
        </p:txBody>
      </p:sp>
      <p:sp>
        <p:nvSpPr>
          <p:cNvPr id="490" name="Google Shape;490;p14"/>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491" name="Shape 491"/>
        <p:cNvGrpSpPr/>
        <p:nvPr/>
      </p:nvGrpSpPr>
      <p:grpSpPr>
        <a:xfrm>
          <a:off x="0" y="0"/>
          <a:ext cx="0" cy="0"/>
          <a:chOff x="0" y="0"/>
          <a:chExt cx="0" cy="0"/>
        </a:xfrm>
      </p:grpSpPr>
      <p:grpSp>
        <p:nvGrpSpPr>
          <p:cNvPr id="492" name="Google Shape;492;p15"/>
          <p:cNvGrpSpPr/>
          <p:nvPr/>
        </p:nvGrpSpPr>
        <p:grpSpPr>
          <a:xfrm>
            <a:off x="-199950" y="-327450"/>
            <a:ext cx="9543900" cy="5646000"/>
            <a:chOff x="-199950" y="-251250"/>
            <a:chExt cx="9543900" cy="5646000"/>
          </a:xfrm>
        </p:grpSpPr>
        <p:cxnSp>
          <p:nvCxnSpPr>
            <p:cNvPr id="493" name="Google Shape;493;p15"/>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4" name="Google Shape;494;p15"/>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5" name="Google Shape;495;p15"/>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6" name="Google Shape;496;p15"/>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7" name="Google Shape;497;p15"/>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8" name="Google Shape;498;p15"/>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9" name="Google Shape;499;p15"/>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0" name="Google Shape;500;p15"/>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1" name="Google Shape;501;p15"/>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2" name="Google Shape;502;p15"/>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3" name="Google Shape;503;p15"/>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4" name="Google Shape;504;p15"/>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5" name="Google Shape;505;p15"/>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6" name="Google Shape;506;p15"/>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7" name="Google Shape;507;p15"/>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8" name="Google Shape;508;p15"/>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09" name="Google Shape;509;p15"/>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0" name="Google Shape;510;p15"/>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1" name="Google Shape;511;p15"/>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2" name="Google Shape;512;p15"/>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3" name="Google Shape;513;p15"/>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4" name="Google Shape;514;p15"/>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5" name="Google Shape;515;p15"/>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6" name="Google Shape;516;p15"/>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7" name="Google Shape;517;p15"/>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8" name="Google Shape;518;p15"/>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519" name="Google Shape;519;p15"/>
          <p:cNvGrpSpPr/>
          <p:nvPr/>
        </p:nvGrpSpPr>
        <p:grpSpPr>
          <a:xfrm>
            <a:off x="473650" y="274900"/>
            <a:ext cx="8349800" cy="4746124"/>
            <a:chOff x="473650" y="274900"/>
            <a:chExt cx="8349800" cy="4746124"/>
          </a:xfrm>
        </p:grpSpPr>
        <p:grpSp>
          <p:nvGrpSpPr>
            <p:cNvPr id="520" name="Google Shape;520;p15"/>
            <p:cNvGrpSpPr/>
            <p:nvPr/>
          </p:nvGrpSpPr>
          <p:grpSpPr>
            <a:xfrm>
              <a:off x="626050" y="427300"/>
              <a:ext cx="8197400" cy="4593724"/>
              <a:chOff x="-280802" y="20880"/>
              <a:chExt cx="10622522" cy="5952733"/>
            </a:xfrm>
          </p:grpSpPr>
          <p:sp>
            <p:nvSpPr>
              <p:cNvPr id="521" name="Google Shape;521;p15"/>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2" name="Google Shape;522;p15"/>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3" name="Google Shape;523;p15"/>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4" name="Google Shape;524;p15"/>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5" name="Google Shape;525;p15"/>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26" name="Google Shape;526;p15"/>
            <p:cNvGrpSpPr/>
            <p:nvPr/>
          </p:nvGrpSpPr>
          <p:grpSpPr>
            <a:xfrm>
              <a:off x="473650" y="274900"/>
              <a:ext cx="8197400" cy="4593724"/>
              <a:chOff x="-280802" y="20880"/>
              <a:chExt cx="10622522" cy="5952733"/>
            </a:xfrm>
          </p:grpSpPr>
          <p:sp>
            <p:nvSpPr>
              <p:cNvPr id="527" name="Google Shape;527;p15"/>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8" name="Google Shape;528;p15"/>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9" name="Google Shape;529;p15"/>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0" name="Google Shape;530;p15"/>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1" name="Google Shape;531;p15"/>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532" name="Google Shape;532;p15"/>
          <p:cNvSpPr txBox="1"/>
          <p:nvPr>
            <p:ph idx="1" type="subTitle"/>
          </p:nvPr>
        </p:nvSpPr>
        <p:spPr>
          <a:xfrm>
            <a:off x="896050" y="3513003"/>
            <a:ext cx="2193000" cy="860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3" name="Google Shape;533;p15"/>
          <p:cNvSpPr txBox="1"/>
          <p:nvPr>
            <p:ph idx="2" type="subTitle"/>
          </p:nvPr>
        </p:nvSpPr>
        <p:spPr>
          <a:xfrm>
            <a:off x="3475500" y="2889603"/>
            <a:ext cx="2193000" cy="860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4" name="Google Shape;534;p15"/>
          <p:cNvSpPr txBox="1"/>
          <p:nvPr>
            <p:ph idx="3" type="subTitle"/>
          </p:nvPr>
        </p:nvSpPr>
        <p:spPr>
          <a:xfrm>
            <a:off x="6054950" y="3513003"/>
            <a:ext cx="2193000" cy="860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5" name="Google Shape;535;p15"/>
          <p:cNvSpPr txBox="1"/>
          <p:nvPr>
            <p:ph idx="4" type="subTitle"/>
          </p:nvPr>
        </p:nvSpPr>
        <p:spPr>
          <a:xfrm>
            <a:off x="896050" y="3185475"/>
            <a:ext cx="2193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36" name="Google Shape;536;p15"/>
          <p:cNvSpPr txBox="1"/>
          <p:nvPr>
            <p:ph idx="5" type="subTitle"/>
          </p:nvPr>
        </p:nvSpPr>
        <p:spPr>
          <a:xfrm>
            <a:off x="6054950" y="3185475"/>
            <a:ext cx="2193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37" name="Google Shape;537;p15"/>
          <p:cNvSpPr txBox="1"/>
          <p:nvPr>
            <p:ph idx="6" type="subTitle"/>
          </p:nvPr>
        </p:nvSpPr>
        <p:spPr>
          <a:xfrm>
            <a:off x="3475500" y="2563000"/>
            <a:ext cx="2193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38" name="Google Shape;538;p15"/>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2">
    <p:spTree>
      <p:nvGrpSpPr>
        <p:cNvPr id="539" name="Shape 539"/>
        <p:cNvGrpSpPr/>
        <p:nvPr/>
      </p:nvGrpSpPr>
      <p:grpSpPr>
        <a:xfrm>
          <a:off x="0" y="0"/>
          <a:ext cx="0" cy="0"/>
          <a:chOff x="0" y="0"/>
          <a:chExt cx="0" cy="0"/>
        </a:xfrm>
      </p:grpSpPr>
      <p:grpSp>
        <p:nvGrpSpPr>
          <p:cNvPr id="540" name="Google Shape;540;p16"/>
          <p:cNvGrpSpPr/>
          <p:nvPr/>
        </p:nvGrpSpPr>
        <p:grpSpPr>
          <a:xfrm>
            <a:off x="-199950" y="-327450"/>
            <a:ext cx="9543900" cy="5646000"/>
            <a:chOff x="-199950" y="-251250"/>
            <a:chExt cx="9543900" cy="5646000"/>
          </a:xfrm>
        </p:grpSpPr>
        <p:cxnSp>
          <p:nvCxnSpPr>
            <p:cNvPr id="541" name="Google Shape;541;p16"/>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2" name="Google Shape;542;p16"/>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3" name="Google Shape;543;p16"/>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4" name="Google Shape;544;p16"/>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5" name="Google Shape;545;p16"/>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6" name="Google Shape;546;p16"/>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7" name="Google Shape;547;p16"/>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8" name="Google Shape;548;p16"/>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9" name="Google Shape;549;p16"/>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0" name="Google Shape;550;p16"/>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1" name="Google Shape;551;p16"/>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2" name="Google Shape;552;p16"/>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3" name="Google Shape;553;p16"/>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4" name="Google Shape;554;p16"/>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5" name="Google Shape;555;p16"/>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6" name="Google Shape;556;p16"/>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57" name="Google Shape;557;p16"/>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58" name="Google Shape;558;p16"/>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59" name="Google Shape;559;p16"/>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0" name="Google Shape;560;p16"/>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1" name="Google Shape;561;p16"/>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2" name="Google Shape;562;p16"/>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3" name="Google Shape;563;p16"/>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4" name="Google Shape;564;p16"/>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5" name="Google Shape;565;p16"/>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6" name="Google Shape;566;p16"/>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567" name="Google Shape;567;p16"/>
          <p:cNvGrpSpPr/>
          <p:nvPr/>
        </p:nvGrpSpPr>
        <p:grpSpPr>
          <a:xfrm>
            <a:off x="473650" y="274900"/>
            <a:ext cx="8349800" cy="4746124"/>
            <a:chOff x="473650" y="274900"/>
            <a:chExt cx="8349800" cy="4746124"/>
          </a:xfrm>
        </p:grpSpPr>
        <p:grpSp>
          <p:nvGrpSpPr>
            <p:cNvPr id="568" name="Google Shape;568;p16"/>
            <p:cNvGrpSpPr/>
            <p:nvPr/>
          </p:nvGrpSpPr>
          <p:grpSpPr>
            <a:xfrm>
              <a:off x="626050" y="427300"/>
              <a:ext cx="8197400" cy="4593724"/>
              <a:chOff x="-280802" y="20880"/>
              <a:chExt cx="10622522" cy="5952733"/>
            </a:xfrm>
          </p:grpSpPr>
          <p:sp>
            <p:nvSpPr>
              <p:cNvPr id="569" name="Google Shape;569;p16"/>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0" name="Google Shape;570;p16"/>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1" name="Google Shape;571;p16"/>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2" name="Google Shape;572;p16"/>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3" name="Google Shape;573;p16"/>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74" name="Google Shape;574;p16"/>
            <p:cNvGrpSpPr/>
            <p:nvPr/>
          </p:nvGrpSpPr>
          <p:grpSpPr>
            <a:xfrm>
              <a:off x="473650" y="274900"/>
              <a:ext cx="8197400" cy="4593724"/>
              <a:chOff x="-280802" y="20880"/>
              <a:chExt cx="10622522" cy="5952733"/>
            </a:xfrm>
          </p:grpSpPr>
          <p:sp>
            <p:nvSpPr>
              <p:cNvPr id="575" name="Google Shape;575;p16"/>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6" name="Google Shape;576;p16"/>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7" name="Google Shape;577;p16"/>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8" name="Google Shape;578;p16"/>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9" name="Google Shape;579;p16"/>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580" name="Google Shape;580;p16"/>
          <p:cNvSpPr txBox="1"/>
          <p:nvPr>
            <p:ph idx="1" type="subTitle"/>
          </p:nvPr>
        </p:nvSpPr>
        <p:spPr>
          <a:xfrm>
            <a:off x="1908800" y="2496427"/>
            <a:ext cx="238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1" name="Google Shape;581;p16"/>
          <p:cNvSpPr txBox="1"/>
          <p:nvPr>
            <p:ph idx="2" type="subTitle"/>
          </p:nvPr>
        </p:nvSpPr>
        <p:spPr>
          <a:xfrm>
            <a:off x="5687849" y="2496427"/>
            <a:ext cx="238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2" name="Google Shape;582;p16"/>
          <p:cNvSpPr txBox="1"/>
          <p:nvPr>
            <p:ph idx="3" type="subTitle"/>
          </p:nvPr>
        </p:nvSpPr>
        <p:spPr>
          <a:xfrm>
            <a:off x="1908800" y="3861677"/>
            <a:ext cx="238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3" name="Google Shape;583;p16"/>
          <p:cNvSpPr txBox="1"/>
          <p:nvPr>
            <p:ph idx="4" type="subTitle"/>
          </p:nvPr>
        </p:nvSpPr>
        <p:spPr>
          <a:xfrm>
            <a:off x="5687849" y="3861677"/>
            <a:ext cx="238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4" name="Google Shape;584;p16"/>
          <p:cNvSpPr txBox="1"/>
          <p:nvPr>
            <p:ph hasCustomPrompt="1" type="title"/>
          </p:nvPr>
        </p:nvSpPr>
        <p:spPr>
          <a:xfrm>
            <a:off x="1074761" y="1987721"/>
            <a:ext cx="733500" cy="447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5" name="Google Shape;585;p16"/>
          <p:cNvSpPr txBox="1"/>
          <p:nvPr>
            <p:ph hasCustomPrompt="1" idx="5" type="title"/>
          </p:nvPr>
        </p:nvSpPr>
        <p:spPr>
          <a:xfrm>
            <a:off x="1074761" y="3351821"/>
            <a:ext cx="731400" cy="447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6" name="Google Shape;586;p16"/>
          <p:cNvSpPr txBox="1"/>
          <p:nvPr>
            <p:ph hasCustomPrompt="1" idx="6" type="title"/>
          </p:nvPr>
        </p:nvSpPr>
        <p:spPr>
          <a:xfrm>
            <a:off x="4853776" y="1988358"/>
            <a:ext cx="731400" cy="446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7" name="Google Shape;587;p16"/>
          <p:cNvSpPr txBox="1"/>
          <p:nvPr>
            <p:ph hasCustomPrompt="1" idx="7" type="title"/>
          </p:nvPr>
        </p:nvSpPr>
        <p:spPr>
          <a:xfrm>
            <a:off x="4853776" y="3351822"/>
            <a:ext cx="731400" cy="447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8" name="Google Shape;588;p16"/>
          <p:cNvSpPr txBox="1"/>
          <p:nvPr>
            <p:ph idx="8" type="subTitle"/>
          </p:nvPr>
        </p:nvSpPr>
        <p:spPr>
          <a:xfrm>
            <a:off x="1908800" y="1856989"/>
            <a:ext cx="2381400" cy="75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9" name="Google Shape;589;p16"/>
          <p:cNvSpPr txBox="1"/>
          <p:nvPr>
            <p:ph idx="9" type="subTitle"/>
          </p:nvPr>
        </p:nvSpPr>
        <p:spPr>
          <a:xfrm>
            <a:off x="1908800" y="3222339"/>
            <a:ext cx="2381400" cy="75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0" name="Google Shape;590;p16"/>
          <p:cNvSpPr txBox="1"/>
          <p:nvPr>
            <p:ph idx="13" type="subTitle"/>
          </p:nvPr>
        </p:nvSpPr>
        <p:spPr>
          <a:xfrm>
            <a:off x="5687849" y="1856989"/>
            <a:ext cx="2381400" cy="75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1" name="Google Shape;591;p16"/>
          <p:cNvSpPr txBox="1"/>
          <p:nvPr>
            <p:ph idx="14" type="subTitle"/>
          </p:nvPr>
        </p:nvSpPr>
        <p:spPr>
          <a:xfrm>
            <a:off x="5687849" y="3222336"/>
            <a:ext cx="2381400" cy="75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2" name="Google Shape;592;p16"/>
          <p:cNvSpPr txBox="1"/>
          <p:nvPr>
            <p:ph idx="15"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593" name="Shape 593"/>
        <p:cNvGrpSpPr/>
        <p:nvPr/>
      </p:nvGrpSpPr>
      <p:grpSpPr>
        <a:xfrm>
          <a:off x="0" y="0"/>
          <a:ext cx="0" cy="0"/>
          <a:chOff x="0" y="0"/>
          <a:chExt cx="0" cy="0"/>
        </a:xfrm>
      </p:grpSpPr>
      <p:grpSp>
        <p:nvGrpSpPr>
          <p:cNvPr id="594" name="Google Shape;594;p17"/>
          <p:cNvGrpSpPr/>
          <p:nvPr/>
        </p:nvGrpSpPr>
        <p:grpSpPr>
          <a:xfrm>
            <a:off x="-199950" y="-327450"/>
            <a:ext cx="9543900" cy="5646000"/>
            <a:chOff x="-199950" y="-251250"/>
            <a:chExt cx="9543900" cy="5646000"/>
          </a:xfrm>
        </p:grpSpPr>
        <p:cxnSp>
          <p:nvCxnSpPr>
            <p:cNvPr id="595" name="Google Shape;595;p17"/>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6" name="Google Shape;596;p17"/>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7" name="Google Shape;597;p17"/>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8" name="Google Shape;598;p17"/>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9" name="Google Shape;599;p17"/>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0" name="Google Shape;600;p17"/>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1" name="Google Shape;601;p17"/>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2" name="Google Shape;602;p17"/>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3" name="Google Shape;603;p17"/>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4" name="Google Shape;604;p17"/>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5" name="Google Shape;605;p17"/>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6" name="Google Shape;606;p17"/>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7" name="Google Shape;607;p17"/>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8" name="Google Shape;608;p17"/>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9" name="Google Shape;609;p17"/>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10" name="Google Shape;610;p17"/>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1" name="Google Shape;611;p17"/>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2" name="Google Shape;612;p17"/>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3" name="Google Shape;613;p17"/>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4" name="Google Shape;614;p17"/>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5" name="Google Shape;615;p17"/>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6" name="Google Shape;616;p17"/>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7" name="Google Shape;617;p17"/>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8" name="Google Shape;618;p17"/>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9" name="Google Shape;619;p17"/>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20" name="Google Shape;620;p17"/>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621" name="Google Shape;621;p17"/>
          <p:cNvGrpSpPr/>
          <p:nvPr/>
        </p:nvGrpSpPr>
        <p:grpSpPr>
          <a:xfrm>
            <a:off x="626050" y="427300"/>
            <a:ext cx="8197400" cy="4593724"/>
            <a:chOff x="-280802" y="20880"/>
            <a:chExt cx="10622522" cy="5952733"/>
          </a:xfrm>
        </p:grpSpPr>
        <p:sp>
          <p:nvSpPr>
            <p:cNvPr id="622" name="Google Shape;622;p17"/>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3" name="Google Shape;623;p17"/>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4" name="Google Shape;624;p17"/>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5" name="Google Shape;625;p17"/>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6" name="Google Shape;626;p17"/>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627" name="Google Shape;627;p17"/>
          <p:cNvGrpSpPr/>
          <p:nvPr/>
        </p:nvGrpSpPr>
        <p:grpSpPr>
          <a:xfrm>
            <a:off x="473650" y="274900"/>
            <a:ext cx="8197400" cy="4593724"/>
            <a:chOff x="-280802" y="20880"/>
            <a:chExt cx="10622522" cy="5952733"/>
          </a:xfrm>
        </p:grpSpPr>
        <p:sp>
          <p:nvSpPr>
            <p:cNvPr id="628" name="Google Shape;628;p17"/>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9" name="Google Shape;629;p17"/>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0" name="Google Shape;630;p17"/>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1" name="Google Shape;631;p17"/>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2" name="Google Shape;632;p17"/>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633" name="Google Shape;633;p17"/>
          <p:cNvSpPr txBox="1"/>
          <p:nvPr>
            <p:ph idx="1" type="subTitle"/>
          </p:nvPr>
        </p:nvSpPr>
        <p:spPr>
          <a:xfrm>
            <a:off x="896750" y="249575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4" name="Google Shape;634;p17"/>
          <p:cNvSpPr txBox="1"/>
          <p:nvPr>
            <p:ph idx="2" type="subTitle"/>
          </p:nvPr>
        </p:nvSpPr>
        <p:spPr>
          <a:xfrm>
            <a:off x="3419244" y="249575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5" name="Google Shape;635;p17"/>
          <p:cNvSpPr txBox="1"/>
          <p:nvPr>
            <p:ph idx="3" type="subTitle"/>
          </p:nvPr>
        </p:nvSpPr>
        <p:spPr>
          <a:xfrm>
            <a:off x="5941745" y="249575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6" name="Google Shape;636;p17"/>
          <p:cNvSpPr txBox="1"/>
          <p:nvPr>
            <p:ph idx="4" type="subTitle"/>
          </p:nvPr>
        </p:nvSpPr>
        <p:spPr>
          <a:xfrm>
            <a:off x="896750" y="375090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7" name="Google Shape;637;p17"/>
          <p:cNvSpPr txBox="1"/>
          <p:nvPr>
            <p:ph idx="5" type="subTitle"/>
          </p:nvPr>
        </p:nvSpPr>
        <p:spPr>
          <a:xfrm>
            <a:off x="3419250" y="375090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8" name="Google Shape;638;p17"/>
          <p:cNvSpPr txBox="1"/>
          <p:nvPr>
            <p:ph idx="6" type="subTitle"/>
          </p:nvPr>
        </p:nvSpPr>
        <p:spPr>
          <a:xfrm>
            <a:off x="5941750" y="375090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9" name="Google Shape;639;p17"/>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640" name="Shape 640"/>
        <p:cNvGrpSpPr/>
        <p:nvPr/>
      </p:nvGrpSpPr>
      <p:grpSpPr>
        <a:xfrm>
          <a:off x="0" y="0"/>
          <a:ext cx="0" cy="0"/>
          <a:chOff x="0" y="0"/>
          <a:chExt cx="0" cy="0"/>
        </a:xfrm>
      </p:grpSpPr>
      <p:grpSp>
        <p:nvGrpSpPr>
          <p:cNvPr id="641" name="Google Shape;641;p18"/>
          <p:cNvGrpSpPr/>
          <p:nvPr/>
        </p:nvGrpSpPr>
        <p:grpSpPr>
          <a:xfrm>
            <a:off x="-199950" y="-327450"/>
            <a:ext cx="9543900" cy="5646000"/>
            <a:chOff x="-199950" y="-251250"/>
            <a:chExt cx="9543900" cy="5646000"/>
          </a:xfrm>
        </p:grpSpPr>
        <p:cxnSp>
          <p:nvCxnSpPr>
            <p:cNvPr id="642" name="Google Shape;642;p18"/>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3" name="Google Shape;643;p18"/>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4" name="Google Shape;644;p18"/>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5" name="Google Shape;645;p18"/>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6" name="Google Shape;646;p18"/>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7" name="Google Shape;647;p18"/>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8" name="Google Shape;648;p18"/>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9" name="Google Shape;649;p18"/>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0" name="Google Shape;650;p18"/>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1" name="Google Shape;651;p18"/>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2" name="Google Shape;652;p18"/>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3" name="Google Shape;653;p18"/>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4" name="Google Shape;654;p18"/>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5" name="Google Shape;655;p18"/>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6" name="Google Shape;656;p18"/>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7" name="Google Shape;657;p18"/>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58" name="Google Shape;658;p18"/>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59" name="Google Shape;659;p18"/>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0" name="Google Shape;660;p18"/>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1" name="Google Shape;661;p18"/>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2" name="Google Shape;662;p18"/>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3" name="Google Shape;663;p18"/>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4" name="Google Shape;664;p18"/>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5" name="Google Shape;665;p18"/>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6" name="Google Shape;666;p18"/>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7" name="Google Shape;667;p18"/>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668" name="Google Shape;668;p18"/>
          <p:cNvGrpSpPr/>
          <p:nvPr/>
        </p:nvGrpSpPr>
        <p:grpSpPr>
          <a:xfrm>
            <a:off x="473650" y="274900"/>
            <a:ext cx="8349800" cy="4746124"/>
            <a:chOff x="473650" y="274900"/>
            <a:chExt cx="8349800" cy="4746124"/>
          </a:xfrm>
        </p:grpSpPr>
        <p:grpSp>
          <p:nvGrpSpPr>
            <p:cNvPr id="669" name="Google Shape;669;p18"/>
            <p:cNvGrpSpPr/>
            <p:nvPr/>
          </p:nvGrpSpPr>
          <p:grpSpPr>
            <a:xfrm>
              <a:off x="626050" y="427300"/>
              <a:ext cx="8197400" cy="4593724"/>
              <a:chOff x="-280802" y="20880"/>
              <a:chExt cx="10622522" cy="5952733"/>
            </a:xfrm>
          </p:grpSpPr>
          <p:sp>
            <p:nvSpPr>
              <p:cNvPr id="670" name="Google Shape;670;p18"/>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1" name="Google Shape;671;p18"/>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2" name="Google Shape;672;p18"/>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3" name="Google Shape;673;p18"/>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4" name="Google Shape;674;p18"/>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675" name="Google Shape;675;p18"/>
            <p:cNvGrpSpPr/>
            <p:nvPr/>
          </p:nvGrpSpPr>
          <p:grpSpPr>
            <a:xfrm>
              <a:off x="473650" y="274900"/>
              <a:ext cx="8197400" cy="4593724"/>
              <a:chOff x="-280802" y="20880"/>
              <a:chExt cx="10622522" cy="5952733"/>
            </a:xfrm>
          </p:grpSpPr>
          <p:sp>
            <p:nvSpPr>
              <p:cNvPr id="676" name="Google Shape;676;p18"/>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7" name="Google Shape;677;p18"/>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8" name="Google Shape;678;p18"/>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9" name="Google Shape;679;p18"/>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0" name="Google Shape;680;p18"/>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681" name="Google Shape;681;p18"/>
          <p:cNvSpPr txBox="1"/>
          <p:nvPr>
            <p:ph type="title"/>
          </p:nvPr>
        </p:nvSpPr>
        <p:spPr>
          <a:xfrm>
            <a:off x="2347938" y="78515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82" name="Google Shape;682;p18"/>
          <p:cNvSpPr txBox="1"/>
          <p:nvPr>
            <p:ph idx="1" type="subTitle"/>
          </p:nvPr>
        </p:nvSpPr>
        <p:spPr>
          <a:xfrm>
            <a:off x="2347900" y="1881324"/>
            <a:ext cx="4448100" cy="111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83" name="Google Shape;683;p18"/>
          <p:cNvSpPr txBox="1"/>
          <p:nvPr/>
        </p:nvSpPr>
        <p:spPr>
          <a:xfrm>
            <a:off x="2099100" y="37643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Lato"/>
                <a:ea typeface="Lato"/>
                <a:cs typeface="Lato"/>
                <a:sym typeface="Lato"/>
              </a:rPr>
              <a:t>CREDITS:</a:t>
            </a:r>
            <a:r>
              <a:rPr lang="en" sz="1000">
                <a:solidFill>
                  <a:schemeClr val="dk1"/>
                </a:solidFill>
                <a:latin typeface="Lato"/>
                <a:ea typeface="Lato"/>
                <a:cs typeface="Lato"/>
                <a:sym typeface="Lato"/>
              </a:rPr>
              <a:t> This presentation template was created by </a:t>
            </a:r>
            <a:r>
              <a:rPr b="1" lang="en" sz="1000" u="sng">
                <a:solidFill>
                  <a:schemeClr val="dk1"/>
                </a:solidFill>
                <a:latin typeface="Lato"/>
                <a:ea typeface="Lato"/>
                <a:cs typeface="Lato"/>
                <a:sym typeface="Lato"/>
                <a:hlinkClick r:id="rId2">
                  <a:extLst>
                    <a:ext uri="{A12FA001-AC4F-418D-AE19-62706E023703}">
                      <ahyp:hlinkClr val="tx"/>
                    </a:ext>
                  </a:extLst>
                </a:hlinkClick>
              </a:rPr>
              <a:t>Slidesgo</a:t>
            </a:r>
            <a:r>
              <a:rPr lang="en" sz="1000">
                <a:solidFill>
                  <a:schemeClr val="dk1"/>
                </a:solidFill>
                <a:latin typeface="Lato"/>
                <a:ea typeface="Lato"/>
                <a:cs typeface="Lato"/>
                <a:sym typeface="Lato"/>
              </a:rPr>
              <a:t>, and includes icons by </a:t>
            </a:r>
            <a:r>
              <a:rPr b="1" lang="en" sz="1000" u="sng">
                <a:solidFill>
                  <a:schemeClr val="dk1"/>
                </a:solidFill>
                <a:latin typeface="Lato"/>
                <a:ea typeface="Lato"/>
                <a:cs typeface="Lato"/>
                <a:sym typeface="Lato"/>
                <a:hlinkClick r:id="rId3">
                  <a:extLst>
                    <a:ext uri="{A12FA001-AC4F-418D-AE19-62706E023703}">
                      <ahyp:hlinkClr val="tx"/>
                    </a:ext>
                  </a:extLst>
                </a:hlinkClick>
              </a:rPr>
              <a:t>Flaticon</a:t>
            </a:r>
            <a:r>
              <a:rPr lang="en" sz="1000">
                <a:solidFill>
                  <a:schemeClr val="dk1"/>
                </a:solidFill>
                <a:latin typeface="Lato"/>
                <a:ea typeface="Lato"/>
                <a:cs typeface="Lato"/>
                <a:sym typeface="Lato"/>
              </a:rPr>
              <a:t>, and infographics &amp; images by </a:t>
            </a:r>
            <a:r>
              <a:rPr b="1" lang="en" sz="1000" u="sng">
                <a:solidFill>
                  <a:schemeClr val="dk1"/>
                </a:solidFill>
                <a:latin typeface="Lato"/>
                <a:ea typeface="Lato"/>
                <a:cs typeface="Lato"/>
                <a:sym typeface="Lato"/>
                <a:hlinkClick r:id="rId4">
                  <a:extLst>
                    <a:ext uri="{A12FA001-AC4F-418D-AE19-62706E023703}">
                      <ahyp:hlinkClr val="tx"/>
                    </a:ext>
                  </a:extLst>
                </a:hlinkClick>
              </a:rPr>
              <a:t>Freepik</a:t>
            </a:r>
            <a:r>
              <a:rPr lang="en" sz="1000" u="sng">
                <a:solidFill>
                  <a:schemeClr val="dk1"/>
                </a:solidFill>
                <a:latin typeface="Lato"/>
                <a:ea typeface="Lato"/>
                <a:cs typeface="Lato"/>
                <a:sym typeface="Lato"/>
              </a:rPr>
              <a:t> </a:t>
            </a:r>
            <a:endParaRPr b="1" sz="1000" u="sng">
              <a:solidFill>
                <a:schemeClr val="dk1"/>
              </a:solidFill>
              <a:latin typeface="Lato"/>
              <a:ea typeface="Lato"/>
              <a:cs typeface="Lato"/>
              <a:sym typeface="La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684" name="Shape 684"/>
        <p:cNvGrpSpPr/>
        <p:nvPr/>
      </p:nvGrpSpPr>
      <p:grpSpPr>
        <a:xfrm>
          <a:off x="0" y="0"/>
          <a:ext cx="0" cy="0"/>
          <a:chOff x="0" y="0"/>
          <a:chExt cx="0" cy="0"/>
        </a:xfrm>
      </p:grpSpPr>
      <p:grpSp>
        <p:nvGrpSpPr>
          <p:cNvPr id="685" name="Google Shape;685;p19"/>
          <p:cNvGrpSpPr/>
          <p:nvPr/>
        </p:nvGrpSpPr>
        <p:grpSpPr>
          <a:xfrm>
            <a:off x="-199950" y="-327450"/>
            <a:ext cx="9543900" cy="5646000"/>
            <a:chOff x="-199950" y="-251250"/>
            <a:chExt cx="9543900" cy="5646000"/>
          </a:xfrm>
        </p:grpSpPr>
        <p:cxnSp>
          <p:nvCxnSpPr>
            <p:cNvPr id="686" name="Google Shape;686;p19"/>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87" name="Google Shape;687;p19"/>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88" name="Google Shape;688;p19"/>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89" name="Google Shape;689;p19"/>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0" name="Google Shape;690;p19"/>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1" name="Google Shape;691;p19"/>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2" name="Google Shape;692;p19"/>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3" name="Google Shape;693;p19"/>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4" name="Google Shape;694;p19"/>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5" name="Google Shape;695;p19"/>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6" name="Google Shape;696;p19"/>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7" name="Google Shape;697;p19"/>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8" name="Google Shape;698;p19"/>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9" name="Google Shape;699;p19"/>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00" name="Google Shape;700;p19"/>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01" name="Google Shape;701;p19"/>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2" name="Google Shape;702;p19"/>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3" name="Google Shape;703;p19"/>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4" name="Google Shape;704;p19"/>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5" name="Google Shape;705;p19"/>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6" name="Google Shape;706;p19"/>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7" name="Google Shape;707;p19"/>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8" name="Google Shape;708;p19"/>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9" name="Google Shape;709;p19"/>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10" name="Google Shape;710;p19"/>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11" name="Google Shape;711;p19"/>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712" name="Google Shape;712;p19"/>
          <p:cNvGrpSpPr/>
          <p:nvPr/>
        </p:nvGrpSpPr>
        <p:grpSpPr>
          <a:xfrm>
            <a:off x="473650" y="274900"/>
            <a:ext cx="8349800" cy="4746124"/>
            <a:chOff x="473650" y="274900"/>
            <a:chExt cx="8349800" cy="4746124"/>
          </a:xfrm>
        </p:grpSpPr>
        <p:grpSp>
          <p:nvGrpSpPr>
            <p:cNvPr id="713" name="Google Shape;713;p19"/>
            <p:cNvGrpSpPr/>
            <p:nvPr/>
          </p:nvGrpSpPr>
          <p:grpSpPr>
            <a:xfrm>
              <a:off x="626050" y="427300"/>
              <a:ext cx="8197400" cy="4593724"/>
              <a:chOff x="-280802" y="20880"/>
              <a:chExt cx="10622522" cy="5952733"/>
            </a:xfrm>
          </p:grpSpPr>
          <p:sp>
            <p:nvSpPr>
              <p:cNvPr id="714" name="Google Shape;714;p19"/>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5" name="Google Shape;715;p19"/>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6" name="Google Shape;716;p19"/>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7" name="Google Shape;717;p19"/>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8" name="Google Shape;718;p19"/>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19" name="Google Shape;719;p19"/>
            <p:cNvGrpSpPr/>
            <p:nvPr/>
          </p:nvGrpSpPr>
          <p:grpSpPr>
            <a:xfrm>
              <a:off x="473650" y="274900"/>
              <a:ext cx="8197400" cy="4593724"/>
              <a:chOff x="-280802" y="20880"/>
              <a:chExt cx="10622522" cy="5952733"/>
            </a:xfrm>
          </p:grpSpPr>
          <p:sp>
            <p:nvSpPr>
              <p:cNvPr id="720" name="Google Shape;720;p19"/>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1" name="Google Shape;721;p19"/>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2" name="Google Shape;722;p19"/>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3" name="Google Shape;723;p19"/>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4" name="Google Shape;724;p19"/>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725" name="Google Shape;725;p19"/>
          <p:cNvGrpSpPr/>
          <p:nvPr/>
        </p:nvGrpSpPr>
        <p:grpSpPr>
          <a:xfrm>
            <a:off x="7359430" y="819685"/>
            <a:ext cx="1132714" cy="1645290"/>
            <a:chOff x="7359430" y="819685"/>
            <a:chExt cx="1132714" cy="1645290"/>
          </a:xfrm>
        </p:grpSpPr>
        <p:sp>
          <p:nvSpPr>
            <p:cNvPr id="726" name="Google Shape;726;p19"/>
            <p:cNvSpPr/>
            <p:nvPr/>
          </p:nvSpPr>
          <p:spPr>
            <a:xfrm rot="3600003">
              <a:off x="7508612" y="974409"/>
              <a:ext cx="834351" cy="826229"/>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7" name="Google Shape;727;p19"/>
            <p:cNvSpPr/>
            <p:nvPr/>
          </p:nvSpPr>
          <p:spPr>
            <a:xfrm rot="3600020">
              <a:off x="7893347" y="1918241"/>
              <a:ext cx="465027" cy="460495"/>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728" name="Shape 728"/>
        <p:cNvGrpSpPr/>
        <p:nvPr/>
      </p:nvGrpSpPr>
      <p:grpSpPr>
        <a:xfrm>
          <a:off x="0" y="0"/>
          <a:ext cx="0" cy="0"/>
          <a:chOff x="0" y="0"/>
          <a:chExt cx="0" cy="0"/>
        </a:xfrm>
      </p:grpSpPr>
      <p:grpSp>
        <p:nvGrpSpPr>
          <p:cNvPr id="729" name="Google Shape;729;p20"/>
          <p:cNvGrpSpPr/>
          <p:nvPr/>
        </p:nvGrpSpPr>
        <p:grpSpPr>
          <a:xfrm>
            <a:off x="-199950" y="-327450"/>
            <a:ext cx="9543900" cy="5646000"/>
            <a:chOff x="-199950" y="-251250"/>
            <a:chExt cx="9543900" cy="5646000"/>
          </a:xfrm>
        </p:grpSpPr>
        <p:cxnSp>
          <p:nvCxnSpPr>
            <p:cNvPr id="730" name="Google Shape;730;p20"/>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1" name="Google Shape;731;p20"/>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2" name="Google Shape;732;p20"/>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3" name="Google Shape;733;p20"/>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4" name="Google Shape;734;p20"/>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5" name="Google Shape;735;p20"/>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6" name="Google Shape;736;p20"/>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7" name="Google Shape;737;p20"/>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8" name="Google Shape;738;p20"/>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9" name="Google Shape;739;p20"/>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0" name="Google Shape;740;p20"/>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1" name="Google Shape;741;p20"/>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2" name="Google Shape;742;p20"/>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3" name="Google Shape;743;p20"/>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4" name="Google Shape;744;p20"/>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5" name="Google Shape;745;p20"/>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6" name="Google Shape;746;p20"/>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7" name="Google Shape;747;p20"/>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8" name="Google Shape;748;p20"/>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9" name="Google Shape;749;p20"/>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0" name="Google Shape;750;p20"/>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1" name="Google Shape;751;p20"/>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2" name="Google Shape;752;p20"/>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3" name="Google Shape;753;p20"/>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4" name="Google Shape;754;p20"/>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5" name="Google Shape;755;p20"/>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756" name="Google Shape;756;p20"/>
          <p:cNvGrpSpPr/>
          <p:nvPr/>
        </p:nvGrpSpPr>
        <p:grpSpPr>
          <a:xfrm>
            <a:off x="626050" y="427300"/>
            <a:ext cx="8197400" cy="4593724"/>
            <a:chOff x="-280802" y="20880"/>
            <a:chExt cx="10622522" cy="5952733"/>
          </a:xfrm>
        </p:grpSpPr>
        <p:sp>
          <p:nvSpPr>
            <p:cNvPr id="757" name="Google Shape;757;p20"/>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8" name="Google Shape;758;p20"/>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9" name="Google Shape;759;p20"/>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0" name="Google Shape;760;p20"/>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1" name="Google Shape;761;p20"/>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62" name="Google Shape;762;p20"/>
          <p:cNvGrpSpPr/>
          <p:nvPr/>
        </p:nvGrpSpPr>
        <p:grpSpPr>
          <a:xfrm>
            <a:off x="473650" y="274900"/>
            <a:ext cx="8197400" cy="4593724"/>
            <a:chOff x="-280802" y="20880"/>
            <a:chExt cx="10622522" cy="5952733"/>
          </a:xfrm>
        </p:grpSpPr>
        <p:sp>
          <p:nvSpPr>
            <p:cNvPr id="763" name="Google Shape;763;p20"/>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4" name="Google Shape;764;p20"/>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5" name="Google Shape;765;p20"/>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6" name="Google Shape;766;p20"/>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7" name="Google Shape;767;p20"/>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68" name="Google Shape;768;p20"/>
          <p:cNvGrpSpPr/>
          <p:nvPr/>
        </p:nvGrpSpPr>
        <p:grpSpPr>
          <a:xfrm>
            <a:off x="7527566" y="3702226"/>
            <a:ext cx="1212401" cy="1240945"/>
            <a:chOff x="8264880" y="1119240"/>
            <a:chExt cx="1865520" cy="1909440"/>
          </a:xfrm>
        </p:grpSpPr>
        <p:sp>
          <p:nvSpPr>
            <p:cNvPr id="769" name="Google Shape;769;p20"/>
            <p:cNvSpPr/>
            <p:nvPr/>
          </p:nvSpPr>
          <p:spPr>
            <a:xfrm>
              <a:off x="9336240" y="2202840"/>
              <a:ext cx="190080" cy="199080"/>
            </a:xfrm>
            <a:custGeom>
              <a:rect b="b" l="l" r="r" t="t"/>
              <a:pathLst>
                <a:path extrusionOk="0" h="553" w="528">
                  <a:moveTo>
                    <a:pt x="0" y="0"/>
                  </a:moveTo>
                  <a:lnTo>
                    <a:pt x="528" y="553"/>
                  </a:lnTo>
                  <a:lnTo>
                    <a:pt x="0" y="0"/>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0" name="Google Shape;770;p20"/>
            <p:cNvSpPr/>
            <p:nvPr/>
          </p:nvSpPr>
          <p:spPr>
            <a:xfrm>
              <a:off x="9298800" y="2167200"/>
              <a:ext cx="264960" cy="270360"/>
            </a:xfrm>
            <a:custGeom>
              <a:rect b="b" l="l" r="r" t="t"/>
              <a:pathLst>
                <a:path extrusionOk="0" h="751" w="736">
                  <a:moveTo>
                    <a:pt x="527" y="751"/>
                  </a:moveTo>
                  <a:lnTo>
                    <a:pt x="736" y="553"/>
                  </a:lnTo>
                  <a:lnTo>
                    <a:pt x="208" y="0"/>
                  </a:lnTo>
                  <a:lnTo>
                    <a:pt x="0" y="198"/>
                  </a:lnTo>
                  <a:lnTo>
                    <a:pt x="527" y="751"/>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1" name="Google Shape;771;p20"/>
            <p:cNvSpPr/>
            <p:nvPr/>
          </p:nvSpPr>
          <p:spPr>
            <a:xfrm>
              <a:off x="9428400" y="2303640"/>
              <a:ext cx="702000" cy="725040"/>
            </a:xfrm>
            <a:custGeom>
              <a:rect b="b" l="l" r="r" t="t"/>
              <a:pathLst>
                <a:path extrusionOk="0" h="2014" w="195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2" name="Google Shape;772;p20"/>
            <p:cNvSpPr/>
            <p:nvPr/>
          </p:nvSpPr>
          <p:spPr>
            <a:xfrm>
              <a:off x="9428400" y="2483280"/>
              <a:ext cx="702000" cy="545400"/>
            </a:xfrm>
            <a:custGeom>
              <a:rect b="b" l="l" r="r" t="t"/>
              <a:pathLst>
                <a:path extrusionOk="0" h="1515" w="195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73" name="Google Shape;773;p20"/>
            <p:cNvSpPr/>
            <p:nvPr/>
          </p:nvSpPr>
          <p:spPr>
            <a:xfrm>
              <a:off x="8338680" y="1193040"/>
              <a:ext cx="1150920" cy="1151280"/>
            </a:xfrm>
            <a:custGeom>
              <a:rect b="b" l="l" r="r" t="t"/>
              <a:pathLst>
                <a:path extrusionOk="0" h="3198" w="3197">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4" name="Google Shape;774;p20"/>
            <p:cNvSpPr/>
            <p:nvPr/>
          </p:nvSpPr>
          <p:spPr>
            <a:xfrm>
              <a:off x="8264880" y="1119240"/>
              <a:ext cx="1298880" cy="1298520"/>
            </a:xfrm>
            <a:custGeom>
              <a:rect b="b" l="l" r="r" t="t"/>
              <a:pathLst>
                <a:path extrusionOk="0" h="3607" w="3608">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1pPr>
            <a:lvl2pPr lvl="1"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2pPr>
            <a:lvl3pPr lvl="2"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3pPr>
            <a:lvl4pPr lvl="3"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4pPr>
            <a:lvl5pPr lvl="4"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5pPr>
            <a:lvl6pPr lvl="5"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6pPr>
            <a:lvl7pPr lvl="6"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7pPr>
            <a:lvl8pPr lvl="7"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8pPr>
            <a:lvl9pPr lvl="8"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s://data.bls.gov/oes/#/home" TargetMode="External"/><Relationship Id="rId4" Type="http://schemas.openxmlformats.org/officeDocument/2006/relationships/hyperlink" Target="https://stackoverflow.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6.gif"/><Relationship Id="rId4" Type="http://schemas.openxmlformats.org/officeDocument/2006/relationships/image" Target="../media/image5.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8.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21"/>
          <p:cNvSpPr txBox="1"/>
          <p:nvPr>
            <p:ph type="ctrTitle"/>
          </p:nvPr>
        </p:nvSpPr>
        <p:spPr>
          <a:xfrm>
            <a:off x="1814850" y="1633725"/>
            <a:ext cx="5514300" cy="200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Union Labor Analysis </a:t>
            </a:r>
            <a:endParaRPr/>
          </a:p>
        </p:txBody>
      </p:sp>
      <p:sp>
        <p:nvSpPr>
          <p:cNvPr id="780" name="Google Shape;780;p21"/>
          <p:cNvSpPr txBox="1"/>
          <p:nvPr>
            <p:ph idx="1" type="subTitle"/>
          </p:nvPr>
        </p:nvSpPr>
        <p:spPr>
          <a:xfrm>
            <a:off x="2301625" y="3686200"/>
            <a:ext cx="4540800" cy="460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Divine Uhunmwangho </a:t>
            </a:r>
            <a:endParaRPr/>
          </a:p>
        </p:txBody>
      </p:sp>
      <p:grpSp>
        <p:nvGrpSpPr>
          <p:cNvPr id="781" name="Google Shape;781;p21"/>
          <p:cNvGrpSpPr/>
          <p:nvPr/>
        </p:nvGrpSpPr>
        <p:grpSpPr>
          <a:xfrm>
            <a:off x="139544" y="-233231"/>
            <a:ext cx="8897898" cy="5075960"/>
            <a:chOff x="139544" y="-233231"/>
            <a:chExt cx="8897898" cy="5075960"/>
          </a:xfrm>
        </p:grpSpPr>
        <p:grpSp>
          <p:nvGrpSpPr>
            <p:cNvPr id="782" name="Google Shape;782;p21"/>
            <p:cNvGrpSpPr/>
            <p:nvPr/>
          </p:nvGrpSpPr>
          <p:grpSpPr>
            <a:xfrm>
              <a:off x="7825041" y="2013301"/>
              <a:ext cx="1212401" cy="1240945"/>
              <a:chOff x="8264880" y="1119240"/>
              <a:chExt cx="1865520" cy="1909440"/>
            </a:xfrm>
          </p:grpSpPr>
          <p:sp>
            <p:nvSpPr>
              <p:cNvPr id="783" name="Google Shape;783;p21"/>
              <p:cNvSpPr/>
              <p:nvPr/>
            </p:nvSpPr>
            <p:spPr>
              <a:xfrm>
                <a:off x="9336240" y="2202840"/>
                <a:ext cx="190080" cy="199080"/>
              </a:xfrm>
              <a:custGeom>
                <a:rect b="b" l="l" r="r" t="t"/>
                <a:pathLst>
                  <a:path extrusionOk="0" h="553" w="528">
                    <a:moveTo>
                      <a:pt x="0" y="0"/>
                    </a:moveTo>
                    <a:lnTo>
                      <a:pt x="528" y="553"/>
                    </a:lnTo>
                    <a:lnTo>
                      <a:pt x="0" y="0"/>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4" name="Google Shape;784;p21"/>
              <p:cNvSpPr/>
              <p:nvPr/>
            </p:nvSpPr>
            <p:spPr>
              <a:xfrm>
                <a:off x="9298800" y="2167200"/>
                <a:ext cx="264960" cy="270360"/>
              </a:xfrm>
              <a:custGeom>
                <a:rect b="b" l="l" r="r" t="t"/>
                <a:pathLst>
                  <a:path extrusionOk="0" h="751" w="736">
                    <a:moveTo>
                      <a:pt x="527" y="751"/>
                    </a:moveTo>
                    <a:lnTo>
                      <a:pt x="736" y="553"/>
                    </a:lnTo>
                    <a:lnTo>
                      <a:pt x="208" y="0"/>
                    </a:lnTo>
                    <a:lnTo>
                      <a:pt x="0" y="198"/>
                    </a:lnTo>
                    <a:lnTo>
                      <a:pt x="527" y="751"/>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5" name="Google Shape;785;p21"/>
              <p:cNvSpPr/>
              <p:nvPr/>
            </p:nvSpPr>
            <p:spPr>
              <a:xfrm>
                <a:off x="9428400" y="2303640"/>
                <a:ext cx="702000" cy="725040"/>
              </a:xfrm>
              <a:custGeom>
                <a:rect b="b" l="l" r="r" t="t"/>
                <a:pathLst>
                  <a:path extrusionOk="0" h="2014" w="195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6" name="Google Shape;786;p21"/>
              <p:cNvSpPr/>
              <p:nvPr/>
            </p:nvSpPr>
            <p:spPr>
              <a:xfrm>
                <a:off x="9428400" y="2483280"/>
                <a:ext cx="702000" cy="545400"/>
              </a:xfrm>
              <a:custGeom>
                <a:rect b="b" l="l" r="r" t="t"/>
                <a:pathLst>
                  <a:path extrusionOk="0" h="1515" w="195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87" name="Google Shape;787;p21"/>
              <p:cNvSpPr/>
              <p:nvPr/>
            </p:nvSpPr>
            <p:spPr>
              <a:xfrm>
                <a:off x="8338680" y="1193040"/>
                <a:ext cx="1150920" cy="1151280"/>
              </a:xfrm>
              <a:custGeom>
                <a:rect b="b" l="l" r="r" t="t"/>
                <a:pathLst>
                  <a:path extrusionOk="0" h="3198" w="3197">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8" name="Google Shape;788;p21"/>
              <p:cNvSpPr/>
              <p:nvPr/>
            </p:nvSpPr>
            <p:spPr>
              <a:xfrm>
                <a:off x="8264880" y="1119240"/>
                <a:ext cx="1298880" cy="1298520"/>
              </a:xfrm>
              <a:custGeom>
                <a:rect b="b" l="l" r="r" t="t"/>
                <a:pathLst>
                  <a:path extrusionOk="0" h="3607" w="3608">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89" name="Google Shape;789;p21"/>
            <p:cNvGrpSpPr/>
            <p:nvPr/>
          </p:nvGrpSpPr>
          <p:grpSpPr>
            <a:xfrm rot="-899905">
              <a:off x="299513" y="3421758"/>
              <a:ext cx="795061" cy="1340934"/>
              <a:chOff x="6814440" y="1026720"/>
              <a:chExt cx="1223280" cy="2063160"/>
            </a:xfrm>
          </p:grpSpPr>
          <p:sp>
            <p:nvSpPr>
              <p:cNvPr id="790" name="Google Shape;790;p21"/>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1" name="Google Shape;791;p21"/>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92" name="Google Shape;792;p21"/>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93" name="Google Shape;793;p21"/>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4" name="Google Shape;794;p21"/>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5" name="Google Shape;795;p21"/>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6" name="Google Shape;796;p21"/>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97" name="Google Shape;797;p21"/>
            <p:cNvGrpSpPr/>
            <p:nvPr/>
          </p:nvGrpSpPr>
          <p:grpSpPr>
            <a:xfrm>
              <a:off x="3704573" y="-233231"/>
              <a:ext cx="1408745" cy="850581"/>
              <a:chOff x="3704573" y="-233231"/>
              <a:chExt cx="1408745" cy="850581"/>
            </a:xfrm>
          </p:grpSpPr>
          <p:sp>
            <p:nvSpPr>
              <p:cNvPr id="798" name="Google Shape;798;p21"/>
              <p:cNvSpPr/>
              <p:nvPr/>
            </p:nvSpPr>
            <p:spPr>
              <a:xfrm>
                <a:off x="3704573" y="-233231"/>
                <a:ext cx="834349" cy="82623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9" name="Google Shape;799;p21"/>
              <p:cNvSpPr/>
              <p:nvPr/>
            </p:nvSpPr>
            <p:spPr>
              <a:xfrm>
                <a:off x="4648285" y="156849"/>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22"/>
          <p:cNvSpPr txBox="1"/>
          <p:nvPr>
            <p:ph idx="1" type="subTitle"/>
          </p:nvPr>
        </p:nvSpPr>
        <p:spPr>
          <a:xfrm>
            <a:off x="896750" y="1623975"/>
            <a:ext cx="7427100" cy="263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Unions have always had </a:t>
            </a:r>
            <a:r>
              <a:rPr lang="en"/>
              <a:t>an enormous</a:t>
            </a:r>
            <a:r>
              <a:rPr lang="en"/>
              <a:t> role to play within </a:t>
            </a:r>
            <a:r>
              <a:rPr lang="en"/>
              <a:t>economy</a:t>
            </a:r>
            <a:r>
              <a:rPr lang="en"/>
              <a:t> </a:t>
            </a:r>
            <a:r>
              <a:rPr lang="en"/>
              <a:t>throughout</a:t>
            </a:r>
            <a:r>
              <a:rPr lang="en"/>
              <a:t> the world. They advocate for worker rights Increase  worker pay and allow workers to live despite </a:t>
            </a:r>
            <a:r>
              <a:rPr lang="en"/>
              <a:t>challenges</a:t>
            </a:r>
            <a:r>
              <a:rPr lang="en"/>
              <a:t> that they may face. Unlike Union Jobs employment without unions typpicallly lack these Protections. </a:t>
            </a:r>
            <a:endParaRPr/>
          </a:p>
        </p:txBody>
      </p:sp>
      <p:sp>
        <p:nvSpPr>
          <p:cNvPr id="805" name="Google Shape;805;p22"/>
          <p:cNvSpPr txBox="1"/>
          <p:nvPr>
            <p:ph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grpSp>
        <p:nvGrpSpPr>
          <p:cNvPr id="806" name="Google Shape;806;p22"/>
          <p:cNvGrpSpPr/>
          <p:nvPr/>
        </p:nvGrpSpPr>
        <p:grpSpPr>
          <a:xfrm>
            <a:off x="247978" y="902744"/>
            <a:ext cx="9024608" cy="1013340"/>
            <a:chOff x="247978" y="902744"/>
            <a:chExt cx="9024608" cy="1013340"/>
          </a:xfrm>
        </p:grpSpPr>
        <p:grpSp>
          <p:nvGrpSpPr>
            <p:cNvPr id="807" name="Google Shape;807;p22"/>
            <p:cNvGrpSpPr/>
            <p:nvPr/>
          </p:nvGrpSpPr>
          <p:grpSpPr>
            <a:xfrm>
              <a:off x="8282554" y="902744"/>
              <a:ext cx="990031" cy="1013340"/>
              <a:chOff x="8264880" y="1119240"/>
              <a:chExt cx="1865520" cy="1909440"/>
            </a:xfrm>
          </p:grpSpPr>
          <p:sp>
            <p:nvSpPr>
              <p:cNvPr id="808" name="Google Shape;808;p22"/>
              <p:cNvSpPr/>
              <p:nvPr/>
            </p:nvSpPr>
            <p:spPr>
              <a:xfrm>
                <a:off x="9336240" y="2202840"/>
                <a:ext cx="190080" cy="199080"/>
              </a:xfrm>
              <a:custGeom>
                <a:rect b="b" l="l" r="r" t="t"/>
                <a:pathLst>
                  <a:path extrusionOk="0" h="553" w="528">
                    <a:moveTo>
                      <a:pt x="0" y="0"/>
                    </a:moveTo>
                    <a:lnTo>
                      <a:pt x="528" y="553"/>
                    </a:lnTo>
                    <a:lnTo>
                      <a:pt x="0" y="0"/>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09" name="Google Shape;809;p22"/>
              <p:cNvSpPr/>
              <p:nvPr/>
            </p:nvSpPr>
            <p:spPr>
              <a:xfrm>
                <a:off x="9298800" y="2167200"/>
                <a:ext cx="264960" cy="270360"/>
              </a:xfrm>
              <a:custGeom>
                <a:rect b="b" l="l" r="r" t="t"/>
                <a:pathLst>
                  <a:path extrusionOk="0" h="751" w="736">
                    <a:moveTo>
                      <a:pt x="527" y="751"/>
                    </a:moveTo>
                    <a:lnTo>
                      <a:pt x="736" y="553"/>
                    </a:lnTo>
                    <a:lnTo>
                      <a:pt x="208" y="0"/>
                    </a:lnTo>
                    <a:lnTo>
                      <a:pt x="0" y="198"/>
                    </a:lnTo>
                    <a:lnTo>
                      <a:pt x="527" y="751"/>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0" name="Google Shape;810;p22"/>
              <p:cNvSpPr/>
              <p:nvPr/>
            </p:nvSpPr>
            <p:spPr>
              <a:xfrm>
                <a:off x="9428400" y="2303640"/>
                <a:ext cx="702000" cy="725040"/>
              </a:xfrm>
              <a:custGeom>
                <a:rect b="b" l="l" r="r" t="t"/>
                <a:pathLst>
                  <a:path extrusionOk="0" h="2014" w="195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1" name="Google Shape;811;p22"/>
              <p:cNvSpPr/>
              <p:nvPr/>
            </p:nvSpPr>
            <p:spPr>
              <a:xfrm>
                <a:off x="9428400" y="2483280"/>
                <a:ext cx="702000" cy="545400"/>
              </a:xfrm>
              <a:custGeom>
                <a:rect b="b" l="l" r="r" t="t"/>
                <a:pathLst>
                  <a:path extrusionOk="0" h="1515" w="195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2" name="Google Shape;812;p22"/>
              <p:cNvSpPr/>
              <p:nvPr/>
            </p:nvSpPr>
            <p:spPr>
              <a:xfrm>
                <a:off x="8338680" y="1193040"/>
                <a:ext cx="1150920" cy="1151280"/>
              </a:xfrm>
              <a:custGeom>
                <a:rect b="b" l="l" r="r" t="t"/>
                <a:pathLst>
                  <a:path extrusionOk="0" h="3198" w="3197">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3" name="Google Shape;813;p22"/>
              <p:cNvSpPr/>
              <p:nvPr/>
            </p:nvSpPr>
            <p:spPr>
              <a:xfrm>
                <a:off x="8264880" y="1119240"/>
                <a:ext cx="1298880" cy="1298520"/>
              </a:xfrm>
              <a:custGeom>
                <a:rect b="b" l="l" r="r" t="t"/>
                <a:pathLst>
                  <a:path extrusionOk="0" h="3607" w="3608">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814" name="Google Shape;814;p22"/>
            <p:cNvSpPr/>
            <p:nvPr/>
          </p:nvSpPr>
          <p:spPr>
            <a:xfrm rot="5400000">
              <a:off x="369489" y="920615"/>
              <a:ext cx="371152" cy="614174"/>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pic>
        <p:nvPicPr>
          <p:cNvPr descr="a group of men holding tools with the letters aj on the bottom left (Provided by Tenor)" id="815" name="Google Shape;815;p22"/>
          <p:cNvPicPr preferRelativeResize="0"/>
          <p:nvPr/>
        </p:nvPicPr>
        <p:blipFill>
          <a:blip r:embed="rId3">
            <a:alphaModFix/>
          </a:blip>
          <a:stretch>
            <a:fillRect/>
          </a:stretch>
        </p:blipFill>
        <p:spPr>
          <a:xfrm>
            <a:off x="2539475" y="2749425"/>
            <a:ext cx="3829400" cy="2114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23"/>
          <p:cNvSpPr txBox="1"/>
          <p:nvPr>
            <p:ph idx="15"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Objective </a:t>
            </a:r>
            <a:endParaRPr/>
          </a:p>
        </p:txBody>
      </p:sp>
      <p:sp>
        <p:nvSpPr>
          <p:cNvPr id="821" name="Google Shape;821;p23"/>
          <p:cNvSpPr/>
          <p:nvPr/>
        </p:nvSpPr>
        <p:spPr>
          <a:xfrm>
            <a:off x="113525" y="1005538"/>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2" name="Google Shape;822;p23"/>
          <p:cNvSpPr txBox="1"/>
          <p:nvPr>
            <p:ph idx="4294967295" type="title"/>
          </p:nvPr>
        </p:nvSpPr>
        <p:spPr>
          <a:xfrm>
            <a:off x="1669825" y="1819450"/>
            <a:ext cx="6289200" cy="22881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a:t>Does being </a:t>
            </a:r>
            <a:r>
              <a:rPr lang="en"/>
              <a:t>employed</a:t>
            </a:r>
            <a:r>
              <a:rPr lang="en"/>
              <a:t> in an occupation associated with unions lead to higher Wages?</a:t>
            </a:r>
            <a:endParaRPr/>
          </a:p>
        </p:txBody>
      </p:sp>
      <p:grpSp>
        <p:nvGrpSpPr>
          <p:cNvPr id="823" name="Google Shape;823;p23"/>
          <p:cNvGrpSpPr/>
          <p:nvPr/>
        </p:nvGrpSpPr>
        <p:grpSpPr>
          <a:xfrm>
            <a:off x="8019737" y="4193131"/>
            <a:ext cx="923031" cy="821738"/>
            <a:chOff x="2683800" y="4152960"/>
            <a:chExt cx="465120" cy="375120"/>
          </a:xfrm>
        </p:grpSpPr>
        <p:sp>
          <p:nvSpPr>
            <p:cNvPr id="824" name="Google Shape;824;p23"/>
            <p:cNvSpPr/>
            <p:nvPr/>
          </p:nvSpPr>
          <p:spPr>
            <a:xfrm>
              <a:off x="2720880" y="4159800"/>
              <a:ext cx="195840" cy="195480"/>
            </a:xfrm>
            <a:custGeom>
              <a:rect b="b" l="l" r="r" t="t"/>
              <a:pathLst>
                <a:path extrusionOk="0" h="543" w="544">
                  <a:moveTo>
                    <a:pt x="544" y="271"/>
                  </a:moveTo>
                  <a:cubicBezTo>
                    <a:pt x="544" y="422"/>
                    <a:pt x="422" y="543"/>
                    <a:pt x="272" y="543"/>
                  </a:cubicBezTo>
                  <a:cubicBezTo>
                    <a:pt x="122" y="543"/>
                    <a:pt x="0" y="422"/>
                    <a:pt x="0" y="271"/>
                  </a:cubicBezTo>
                  <a:cubicBezTo>
                    <a:pt x="0" y="121"/>
                    <a:pt x="122" y="0"/>
                    <a:pt x="272" y="0"/>
                  </a:cubicBezTo>
                  <a:cubicBezTo>
                    <a:pt x="422" y="0"/>
                    <a:pt x="544" y="121"/>
                    <a:pt x="544" y="271"/>
                  </a:cubicBezTo>
                  <a:close/>
                </a:path>
              </a:pathLst>
            </a:custGeom>
            <a:solidFill>
              <a:srgbClr val="E9B000"/>
            </a:solidFill>
            <a:ln>
              <a:noFill/>
            </a:ln>
          </p:spPr>
          <p:txBody>
            <a:bodyPr anchorCtr="1" anchor="ctr" bIns="96650" lIns="193300" spcFirstLastPara="1" rIns="193300" wrap="square" tIns="96650">
              <a:noAutofit/>
            </a:bodyPr>
            <a:lstStyle/>
            <a:p>
              <a:pPr indent="0" lvl="0" marL="0" marR="0" rtl="0" algn="l">
                <a:spcBef>
                  <a:spcPts val="0"/>
                </a:spcBef>
                <a:spcAft>
                  <a:spcPts val="0"/>
                </a:spcAft>
                <a:buNone/>
              </a:pPr>
              <a:r>
                <a:t/>
              </a:r>
              <a:endParaRPr b="0" sz="3866" strike="noStrike">
                <a:solidFill>
                  <a:srgbClr val="000000"/>
                </a:solidFill>
                <a:latin typeface="Arial"/>
                <a:ea typeface="Arial"/>
                <a:cs typeface="Arial"/>
                <a:sym typeface="Arial"/>
              </a:endParaRPr>
            </a:p>
          </p:txBody>
        </p:sp>
        <p:sp>
          <p:nvSpPr>
            <p:cNvPr id="825" name="Google Shape;825;p23"/>
            <p:cNvSpPr/>
            <p:nvPr/>
          </p:nvSpPr>
          <p:spPr>
            <a:xfrm>
              <a:off x="2736000" y="4419360"/>
              <a:ext cx="123480" cy="51480"/>
            </a:xfrm>
            <a:custGeom>
              <a:rect b="b" l="l" r="r" t="t"/>
              <a:pathLst>
                <a:path extrusionOk="0" h="143" w="343">
                  <a:moveTo>
                    <a:pt x="321" y="0"/>
                  </a:moveTo>
                  <a:lnTo>
                    <a:pt x="94" y="0"/>
                  </a:lnTo>
                  <a:cubicBezTo>
                    <a:pt x="42" y="0"/>
                    <a:pt x="0" y="42"/>
                    <a:pt x="0" y="94"/>
                  </a:cubicBezTo>
                  <a:lnTo>
                    <a:pt x="0" y="143"/>
                  </a:lnTo>
                  <a:lnTo>
                    <a:pt x="343" y="143"/>
                  </a:lnTo>
                  <a:lnTo>
                    <a:pt x="321" y="0"/>
                  </a:lnTo>
                  <a:close/>
                </a:path>
              </a:pathLst>
            </a:custGeom>
            <a:solidFill>
              <a:srgbClr val="F8D2D2"/>
            </a:solidFill>
            <a:ln>
              <a:noFill/>
            </a:ln>
          </p:spPr>
          <p:txBody>
            <a:bodyPr anchorCtr="1" anchor="ctr" bIns="13900" lIns="193300" spcFirstLastPara="1" rIns="193300" wrap="square" tIns="13900">
              <a:noAutofit/>
            </a:bodyPr>
            <a:lstStyle/>
            <a:p>
              <a:pPr indent="0" lvl="0" marL="0" marR="0" rtl="0" algn="l">
                <a:spcBef>
                  <a:spcPts val="0"/>
                </a:spcBef>
                <a:spcAft>
                  <a:spcPts val="0"/>
                </a:spcAft>
                <a:buNone/>
              </a:pPr>
              <a:r>
                <a:t/>
              </a:r>
              <a:endParaRPr b="0" sz="3866" strike="noStrike">
                <a:solidFill>
                  <a:srgbClr val="000000"/>
                </a:solidFill>
                <a:latin typeface="Arial"/>
                <a:ea typeface="Arial"/>
                <a:cs typeface="Arial"/>
                <a:sym typeface="Arial"/>
              </a:endParaRPr>
            </a:p>
          </p:txBody>
        </p:sp>
        <p:sp>
          <p:nvSpPr>
            <p:cNvPr id="826" name="Google Shape;826;p23"/>
            <p:cNvSpPr/>
            <p:nvPr/>
          </p:nvSpPr>
          <p:spPr>
            <a:xfrm>
              <a:off x="2690640" y="4340520"/>
              <a:ext cx="352440" cy="180720"/>
            </a:xfrm>
            <a:custGeom>
              <a:rect b="b" l="l" r="r" t="t"/>
              <a:pathLst>
                <a:path extrusionOk="0" h="502" w="979">
                  <a:moveTo>
                    <a:pt x="649" y="0"/>
                  </a:moveTo>
                  <a:cubicBezTo>
                    <a:pt x="620" y="0"/>
                    <a:pt x="593" y="13"/>
                    <a:pt x="576" y="34"/>
                  </a:cubicBezTo>
                  <a:lnTo>
                    <a:pt x="420" y="221"/>
                  </a:lnTo>
                  <a:cubicBezTo>
                    <a:pt x="406" y="237"/>
                    <a:pt x="398" y="259"/>
                    <a:pt x="398" y="282"/>
                  </a:cubicBezTo>
                  <a:cubicBezTo>
                    <a:pt x="398" y="293"/>
                    <a:pt x="400" y="304"/>
                    <a:pt x="403" y="313"/>
                  </a:cubicBezTo>
                  <a:lnTo>
                    <a:pt x="94" y="313"/>
                  </a:lnTo>
                  <a:cubicBezTo>
                    <a:pt x="42" y="313"/>
                    <a:pt x="0" y="356"/>
                    <a:pt x="0" y="408"/>
                  </a:cubicBezTo>
                  <a:cubicBezTo>
                    <a:pt x="0" y="460"/>
                    <a:pt x="42" y="502"/>
                    <a:pt x="94" y="502"/>
                  </a:cubicBezTo>
                  <a:lnTo>
                    <a:pt x="617" y="502"/>
                  </a:lnTo>
                  <a:cubicBezTo>
                    <a:pt x="649" y="502"/>
                    <a:pt x="676" y="487"/>
                    <a:pt x="693" y="463"/>
                  </a:cubicBezTo>
                  <a:lnTo>
                    <a:pt x="824" y="289"/>
                  </a:lnTo>
                  <a:cubicBezTo>
                    <a:pt x="841" y="266"/>
                    <a:pt x="868" y="251"/>
                    <a:pt x="899" y="251"/>
                  </a:cubicBezTo>
                  <a:lnTo>
                    <a:pt x="979" y="251"/>
                  </a:lnTo>
                  <a:lnTo>
                    <a:pt x="979" y="0"/>
                  </a:lnTo>
                  <a:lnTo>
                    <a:pt x="649" y="0"/>
                  </a:lnTo>
                  <a:close/>
                </a:path>
              </a:pathLst>
            </a:custGeom>
            <a:solidFill>
              <a:srgbClr val="F8D2D2"/>
            </a:solidFill>
            <a:ln>
              <a:noFill/>
            </a:ln>
          </p:spPr>
          <p:txBody>
            <a:bodyPr anchorCtr="1" anchor="ctr" bIns="96650" lIns="193300" spcFirstLastPara="1" rIns="193300" wrap="square" tIns="96650">
              <a:noAutofit/>
            </a:bodyPr>
            <a:lstStyle/>
            <a:p>
              <a:pPr indent="0" lvl="0" marL="0" marR="0" rtl="0" algn="l">
                <a:spcBef>
                  <a:spcPts val="0"/>
                </a:spcBef>
                <a:spcAft>
                  <a:spcPts val="0"/>
                </a:spcAft>
                <a:buNone/>
              </a:pPr>
              <a:r>
                <a:t/>
              </a:r>
              <a:endParaRPr b="0" sz="3866" strike="noStrike">
                <a:solidFill>
                  <a:srgbClr val="000000"/>
                </a:solidFill>
                <a:latin typeface="Arial"/>
                <a:ea typeface="Arial"/>
                <a:cs typeface="Arial"/>
                <a:sym typeface="Arial"/>
              </a:endParaRPr>
            </a:p>
          </p:txBody>
        </p:sp>
        <p:sp>
          <p:nvSpPr>
            <p:cNvPr id="827" name="Google Shape;827;p23"/>
            <p:cNvSpPr/>
            <p:nvPr/>
          </p:nvSpPr>
          <p:spPr>
            <a:xfrm>
              <a:off x="3036960" y="4317840"/>
              <a:ext cx="36720" cy="135360"/>
            </a:xfrm>
            <a:custGeom>
              <a:rect b="b" l="l" r="r" t="t"/>
              <a:pathLst>
                <a:path extrusionOk="0" h="376" w="102">
                  <a:moveTo>
                    <a:pt x="102" y="0"/>
                  </a:moveTo>
                  <a:lnTo>
                    <a:pt x="15" y="0"/>
                  </a:lnTo>
                  <a:cubicBezTo>
                    <a:pt x="6" y="0"/>
                    <a:pt x="0" y="7"/>
                    <a:pt x="0" y="15"/>
                  </a:cubicBezTo>
                  <a:lnTo>
                    <a:pt x="0" y="361"/>
                  </a:lnTo>
                  <a:cubicBezTo>
                    <a:pt x="0" y="370"/>
                    <a:pt x="6" y="376"/>
                    <a:pt x="15" y="376"/>
                  </a:cubicBezTo>
                  <a:lnTo>
                    <a:pt x="102" y="376"/>
                  </a:lnTo>
                  <a:lnTo>
                    <a:pt x="102" y="0"/>
                  </a:lnTo>
                  <a:close/>
                </a:path>
              </a:pathLst>
            </a:custGeom>
            <a:solidFill>
              <a:srgbClr val="DDFBFC"/>
            </a:solidFill>
            <a:ln>
              <a:noFill/>
            </a:ln>
          </p:spPr>
          <p:txBody>
            <a:bodyPr anchorCtr="1" anchor="ctr" bIns="96650" lIns="193300" spcFirstLastPara="1" rIns="193300" wrap="square" tIns="96650">
              <a:noAutofit/>
            </a:bodyPr>
            <a:lstStyle/>
            <a:p>
              <a:pPr indent="0" lvl="0" marL="0" marR="0" rtl="0" algn="l">
                <a:spcBef>
                  <a:spcPts val="0"/>
                </a:spcBef>
                <a:spcAft>
                  <a:spcPts val="0"/>
                </a:spcAft>
                <a:buNone/>
              </a:pPr>
              <a:r>
                <a:t/>
              </a:r>
              <a:endParaRPr b="0" sz="3866" strike="noStrike">
                <a:solidFill>
                  <a:srgbClr val="000000"/>
                </a:solidFill>
                <a:latin typeface="Arial"/>
                <a:ea typeface="Arial"/>
                <a:cs typeface="Arial"/>
                <a:sym typeface="Arial"/>
              </a:endParaRPr>
            </a:p>
          </p:txBody>
        </p:sp>
        <p:sp>
          <p:nvSpPr>
            <p:cNvPr id="828" name="Google Shape;828;p23"/>
            <p:cNvSpPr/>
            <p:nvPr/>
          </p:nvSpPr>
          <p:spPr>
            <a:xfrm>
              <a:off x="3066840" y="4295160"/>
              <a:ext cx="75600" cy="180720"/>
            </a:xfrm>
            <a:custGeom>
              <a:rect b="b" l="l" r="r" t="t"/>
              <a:pathLst>
                <a:path extrusionOk="0" h="502" w="210">
                  <a:moveTo>
                    <a:pt x="194" y="502"/>
                  </a:moveTo>
                  <a:lnTo>
                    <a:pt x="15" y="502"/>
                  </a:lnTo>
                  <a:cubicBezTo>
                    <a:pt x="7" y="502"/>
                    <a:pt x="0" y="495"/>
                    <a:pt x="0" y="487"/>
                  </a:cubicBezTo>
                  <a:lnTo>
                    <a:pt x="0" y="15"/>
                  </a:lnTo>
                  <a:cubicBezTo>
                    <a:pt x="0" y="7"/>
                    <a:pt x="7" y="0"/>
                    <a:pt x="15" y="0"/>
                  </a:cubicBezTo>
                  <a:lnTo>
                    <a:pt x="194" y="0"/>
                  </a:lnTo>
                  <a:cubicBezTo>
                    <a:pt x="203" y="0"/>
                    <a:pt x="210" y="7"/>
                    <a:pt x="210" y="15"/>
                  </a:cubicBezTo>
                  <a:lnTo>
                    <a:pt x="210" y="487"/>
                  </a:lnTo>
                  <a:cubicBezTo>
                    <a:pt x="210" y="495"/>
                    <a:pt x="203" y="502"/>
                    <a:pt x="194" y="502"/>
                  </a:cubicBezTo>
                  <a:close/>
                </a:path>
              </a:pathLst>
            </a:custGeom>
            <a:solidFill>
              <a:srgbClr val="EB6E80"/>
            </a:solidFill>
            <a:ln>
              <a:noFill/>
            </a:ln>
          </p:spPr>
          <p:txBody>
            <a:bodyPr anchorCtr="1" anchor="ctr" bIns="96650" lIns="193300" spcFirstLastPara="1" rIns="193300" wrap="square" tIns="96650">
              <a:noAutofit/>
            </a:bodyPr>
            <a:lstStyle/>
            <a:p>
              <a:pPr indent="0" lvl="0" marL="0" marR="0" rtl="0" algn="l">
                <a:spcBef>
                  <a:spcPts val="0"/>
                </a:spcBef>
                <a:spcAft>
                  <a:spcPts val="0"/>
                </a:spcAft>
                <a:buNone/>
              </a:pPr>
              <a:r>
                <a:t/>
              </a:r>
              <a:endParaRPr b="0" sz="3866" strike="noStrike">
                <a:solidFill>
                  <a:srgbClr val="000000"/>
                </a:solidFill>
                <a:latin typeface="Arial"/>
                <a:ea typeface="Arial"/>
                <a:cs typeface="Arial"/>
                <a:sym typeface="Arial"/>
              </a:endParaRPr>
            </a:p>
          </p:txBody>
        </p:sp>
        <p:sp>
          <p:nvSpPr>
            <p:cNvPr id="829" name="Google Shape;829;p23"/>
            <p:cNvSpPr/>
            <p:nvPr/>
          </p:nvSpPr>
          <p:spPr>
            <a:xfrm>
              <a:off x="2751120" y="4189680"/>
              <a:ext cx="135360" cy="135720"/>
            </a:xfrm>
            <a:custGeom>
              <a:rect b="b" l="l" r="r" t="t"/>
              <a:pathLst>
                <a:path extrusionOk="0" h="377" w="376">
                  <a:moveTo>
                    <a:pt x="376" y="188"/>
                  </a:moveTo>
                  <a:cubicBezTo>
                    <a:pt x="376" y="292"/>
                    <a:pt x="292" y="377"/>
                    <a:pt x="188" y="377"/>
                  </a:cubicBezTo>
                  <a:cubicBezTo>
                    <a:pt x="84" y="377"/>
                    <a:pt x="0" y="292"/>
                    <a:pt x="0" y="188"/>
                  </a:cubicBezTo>
                  <a:cubicBezTo>
                    <a:pt x="0" y="84"/>
                    <a:pt x="84" y="0"/>
                    <a:pt x="188" y="0"/>
                  </a:cubicBezTo>
                  <a:cubicBezTo>
                    <a:pt x="292" y="0"/>
                    <a:pt x="376" y="84"/>
                    <a:pt x="376" y="188"/>
                  </a:cubicBezTo>
                  <a:close/>
                </a:path>
              </a:pathLst>
            </a:custGeom>
            <a:solidFill>
              <a:srgbClr val="E9B000"/>
            </a:solidFill>
            <a:ln>
              <a:noFill/>
            </a:ln>
          </p:spPr>
          <p:txBody>
            <a:bodyPr anchorCtr="1" anchor="ctr" bIns="96650" lIns="193300" spcFirstLastPara="1" rIns="193300" wrap="square" tIns="96650">
              <a:noAutofit/>
            </a:bodyPr>
            <a:lstStyle/>
            <a:p>
              <a:pPr indent="0" lvl="0" marL="0" marR="0" rtl="0" algn="l">
                <a:spcBef>
                  <a:spcPts val="0"/>
                </a:spcBef>
                <a:spcAft>
                  <a:spcPts val="0"/>
                </a:spcAft>
                <a:buNone/>
              </a:pPr>
              <a:r>
                <a:t/>
              </a:r>
              <a:endParaRPr b="0" sz="3866" strike="noStrike">
                <a:solidFill>
                  <a:srgbClr val="000000"/>
                </a:solidFill>
                <a:latin typeface="Arial"/>
                <a:ea typeface="Arial"/>
                <a:cs typeface="Arial"/>
                <a:sym typeface="Arial"/>
              </a:endParaRPr>
            </a:p>
          </p:txBody>
        </p:sp>
        <p:sp>
          <p:nvSpPr>
            <p:cNvPr id="830" name="Google Shape;830;p23"/>
            <p:cNvSpPr/>
            <p:nvPr/>
          </p:nvSpPr>
          <p:spPr>
            <a:xfrm>
              <a:off x="2683800" y="4288320"/>
              <a:ext cx="465120" cy="239760"/>
            </a:xfrm>
            <a:custGeom>
              <a:rect b="b" l="l" r="r" t="t"/>
              <a:pathLst>
                <a:path extrusionOk="0" h="666" w="1292">
                  <a:moveTo>
                    <a:pt x="1255" y="502"/>
                  </a:moveTo>
                  <a:lnTo>
                    <a:pt x="1083" y="502"/>
                  </a:lnTo>
                  <a:lnTo>
                    <a:pt x="1083" y="38"/>
                  </a:lnTo>
                  <a:lnTo>
                    <a:pt x="1255" y="38"/>
                  </a:lnTo>
                  <a:lnTo>
                    <a:pt x="1255" y="502"/>
                  </a:lnTo>
                  <a:moveTo>
                    <a:pt x="1000" y="439"/>
                  </a:moveTo>
                  <a:lnTo>
                    <a:pt x="1000" y="145"/>
                  </a:lnTo>
                  <a:lnTo>
                    <a:pt x="1000" y="145"/>
                  </a:lnTo>
                  <a:lnTo>
                    <a:pt x="1000" y="145"/>
                  </a:lnTo>
                  <a:lnTo>
                    <a:pt x="1000" y="101"/>
                  </a:lnTo>
                  <a:lnTo>
                    <a:pt x="1045" y="101"/>
                  </a:lnTo>
                  <a:lnTo>
                    <a:pt x="1045" y="439"/>
                  </a:lnTo>
                  <a:lnTo>
                    <a:pt x="1000" y="439"/>
                  </a:lnTo>
                  <a:moveTo>
                    <a:pt x="239" y="383"/>
                  </a:moveTo>
                  <a:lnTo>
                    <a:pt x="407" y="383"/>
                  </a:lnTo>
                  <a:cubicBezTo>
                    <a:pt x="401" y="397"/>
                    <a:pt x="398" y="412"/>
                    <a:pt x="398" y="427"/>
                  </a:cubicBezTo>
                  <a:cubicBezTo>
                    <a:pt x="398" y="431"/>
                    <a:pt x="398" y="435"/>
                    <a:pt x="398" y="439"/>
                  </a:cubicBezTo>
                  <a:lnTo>
                    <a:pt x="166" y="439"/>
                  </a:lnTo>
                  <a:cubicBezTo>
                    <a:pt x="175" y="407"/>
                    <a:pt x="204" y="383"/>
                    <a:pt x="239" y="383"/>
                  </a:cubicBezTo>
                  <a:moveTo>
                    <a:pt x="1273" y="0"/>
                  </a:moveTo>
                  <a:lnTo>
                    <a:pt x="1064" y="0"/>
                  </a:lnTo>
                  <a:cubicBezTo>
                    <a:pt x="1054" y="0"/>
                    <a:pt x="1045" y="9"/>
                    <a:pt x="1045" y="19"/>
                  </a:cubicBezTo>
                  <a:lnTo>
                    <a:pt x="1045" y="63"/>
                  </a:lnTo>
                  <a:lnTo>
                    <a:pt x="981" y="63"/>
                  </a:lnTo>
                  <a:cubicBezTo>
                    <a:pt x="970" y="63"/>
                    <a:pt x="962" y="71"/>
                    <a:pt x="962" y="82"/>
                  </a:cubicBezTo>
                  <a:lnTo>
                    <a:pt x="962" y="126"/>
                  </a:lnTo>
                  <a:lnTo>
                    <a:pt x="893" y="126"/>
                  </a:lnTo>
                  <a:cubicBezTo>
                    <a:pt x="883" y="126"/>
                    <a:pt x="875" y="134"/>
                    <a:pt x="875" y="145"/>
                  </a:cubicBezTo>
                  <a:cubicBezTo>
                    <a:pt x="875" y="155"/>
                    <a:pt x="883" y="164"/>
                    <a:pt x="893" y="164"/>
                  </a:cubicBezTo>
                  <a:lnTo>
                    <a:pt x="962" y="164"/>
                  </a:lnTo>
                  <a:lnTo>
                    <a:pt x="962" y="377"/>
                  </a:lnTo>
                  <a:lnTo>
                    <a:pt x="918" y="377"/>
                  </a:lnTo>
                  <a:cubicBezTo>
                    <a:pt x="883" y="377"/>
                    <a:pt x="849" y="394"/>
                    <a:pt x="827" y="423"/>
                  </a:cubicBezTo>
                  <a:lnTo>
                    <a:pt x="697" y="597"/>
                  </a:lnTo>
                  <a:cubicBezTo>
                    <a:pt x="683" y="616"/>
                    <a:pt x="660" y="628"/>
                    <a:pt x="636" y="628"/>
                  </a:cubicBezTo>
                  <a:lnTo>
                    <a:pt x="113" y="628"/>
                  </a:lnTo>
                  <a:cubicBezTo>
                    <a:pt x="72" y="628"/>
                    <a:pt x="38" y="594"/>
                    <a:pt x="38" y="553"/>
                  </a:cubicBezTo>
                  <a:cubicBezTo>
                    <a:pt x="38" y="511"/>
                    <a:pt x="72" y="477"/>
                    <a:pt x="113" y="477"/>
                  </a:cubicBezTo>
                  <a:lnTo>
                    <a:pt x="145" y="477"/>
                  </a:lnTo>
                  <a:lnTo>
                    <a:pt x="145" y="477"/>
                  </a:lnTo>
                  <a:lnTo>
                    <a:pt x="145" y="477"/>
                  </a:lnTo>
                  <a:lnTo>
                    <a:pt x="410" y="477"/>
                  </a:lnTo>
                  <a:cubicBezTo>
                    <a:pt x="428" y="515"/>
                    <a:pt x="467" y="540"/>
                    <a:pt x="511" y="540"/>
                  </a:cubicBezTo>
                  <a:cubicBezTo>
                    <a:pt x="545" y="540"/>
                    <a:pt x="577" y="525"/>
                    <a:pt x="598" y="499"/>
                  </a:cubicBezTo>
                  <a:lnTo>
                    <a:pt x="745" y="321"/>
                  </a:lnTo>
                  <a:cubicBezTo>
                    <a:pt x="752" y="313"/>
                    <a:pt x="751" y="301"/>
                    <a:pt x="743" y="294"/>
                  </a:cubicBezTo>
                  <a:cubicBezTo>
                    <a:pt x="735" y="288"/>
                    <a:pt x="723" y="289"/>
                    <a:pt x="716" y="297"/>
                  </a:cubicBezTo>
                  <a:lnTo>
                    <a:pt x="569" y="475"/>
                  </a:lnTo>
                  <a:cubicBezTo>
                    <a:pt x="555" y="492"/>
                    <a:pt x="533" y="502"/>
                    <a:pt x="511" y="502"/>
                  </a:cubicBezTo>
                  <a:cubicBezTo>
                    <a:pt x="469" y="502"/>
                    <a:pt x="436" y="469"/>
                    <a:pt x="436" y="427"/>
                  </a:cubicBezTo>
                  <a:cubicBezTo>
                    <a:pt x="436" y="409"/>
                    <a:pt x="442" y="392"/>
                    <a:pt x="454" y="378"/>
                  </a:cubicBezTo>
                  <a:lnTo>
                    <a:pt x="610" y="191"/>
                  </a:lnTo>
                  <a:cubicBezTo>
                    <a:pt x="624" y="174"/>
                    <a:pt x="645" y="164"/>
                    <a:pt x="668" y="164"/>
                  </a:cubicBezTo>
                  <a:lnTo>
                    <a:pt x="818" y="164"/>
                  </a:lnTo>
                  <a:cubicBezTo>
                    <a:pt x="829" y="164"/>
                    <a:pt x="837" y="155"/>
                    <a:pt x="837" y="145"/>
                  </a:cubicBezTo>
                  <a:cubicBezTo>
                    <a:pt x="837" y="134"/>
                    <a:pt x="829" y="126"/>
                    <a:pt x="818" y="126"/>
                  </a:cubicBezTo>
                  <a:lnTo>
                    <a:pt x="668" y="126"/>
                  </a:lnTo>
                  <a:cubicBezTo>
                    <a:pt x="634" y="126"/>
                    <a:pt x="602" y="141"/>
                    <a:pt x="581" y="167"/>
                  </a:cubicBezTo>
                  <a:lnTo>
                    <a:pt x="432" y="345"/>
                  </a:lnTo>
                  <a:cubicBezTo>
                    <a:pt x="431" y="345"/>
                    <a:pt x="431" y="345"/>
                    <a:pt x="430" y="345"/>
                  </a:cubicBezTo>
                  <a:lnTo>
                    <a:pt x="239" y="345"/>
                  </a:lnTo>
                  <a:cubicBezTo>
                    <a:pt x="183" y="345"/>
                    <a:pt x="136" y="386"/>
                    <a:pt x="127" y="439"/>
                  </a:cubicBezTo>
                  <a:lnTo>
                    <a:pt x="113" y="439"/>
                  </a:lnTo>
                  <a:cubicBezTo>
                    <a:pt x="51" y="439"/>
                    <a:pt x="0" y="490"/>
                    <a:pt x="0" y="553"/>
                  </a:cubicBezTo>
                  <a:cubicBezTo>
                    <a:pt x="0" y="615"/>
                    <a:pt x="51" y="666"/>
                    <a:pt x="113" y="666"/>
                  </a:cubicBezTo>
                  <a:lnTo>
                    <a:pt x="636" y="666"/>
                  </a:lnTo>
                  <a:cubicBezTo>
                    <a:pt x="672" y="666"/>
                    <a:pt x="707" y="648"/>
                    <a:pt x="728" y="619"/>
                  </a:cubicBezTo>
                  <a:lnTo>
                    <a:pt x="858" y="446"/>
                  </a:lnTo>
                  <a:lnTo>
                    <a:pt x="858" y="446"/>
                  </a:lnTo>
                  <a:cubicBezTo>
                    <a:pt x="872" y="426"/>
                    <a:pt x="894" y="415"/>
                    <a:pt x="918" y="415"/>
                  </a:cubicBezTo>
                  <a:lnTo>
                    <a:pt x="962" y="415"/>
                  </a:lnTo>
                  <a:lnTo>
                    <a:pt x="962" y="458"/>
                  </a:lnTo>
                  <a:cubicBezTo>
                    <a:pt x="962" y="469"/>
                    <a:pt x="970" y="477"/>
                    <a:pt x="981" y="477"/>
                  </a:cubicBezTo>
                  <a:lnTo>
                    <a:pt x="1045" y="477"/>
                  </a:lnTo>
                  <a:lnTo>
                    <a:pt x="1045" y="521"/>
                  </a:lnTo>
                  <a:cubicBezTo>
                    <a:pt x="1045" y="532"/>
                    <a:pt x="1054" y="540"/>
                    <a:pt x="1064" y="540"/>
                  </a:cubicBezTo>
                  <a:lnTo>
                    <a:pt x="1273" y="540"/>
                  </a:lnTo>
                  <a:cubicBezTo>
                    <a:pt x="1284" y="540"/>
                    <a:pt x="1292" y="532"/>
                    <a:pt x="1292" y="521"/>
                  </a:cubicBezTo>
                  <a:lnTo>
                    <a:pt x="1292" y="19"/>
                  </a:lnTo>
                  <a:cubicBezTo>
                    <a:pt x="1292" y="9"/>
                    <a:pt x="1284" y="0"/>
                    <a:pt x="1273" y="0"/>
                  </a:cubicBezTo>
                  <a:close/>
                </a:path>
              </a:pathLst>
            </a:custGeom>
            <a:solidFill>
              <a:srgbClr val="3C2C31"/>
            </a:solidFill>
            <a:ln>
              <a:noFill/>
            </a:ln>
          </p:spPr>
          <p:txBody>
            <a:bodyPr anchorCtr="1" anchor="ctr" bIns="96650" lIns="193300" spcFirstLastPara="1" rIns="193300" wrap="square" tIns="96650">
              <a:noAutofit/>
            </a:bodyPr>
            <a:lstStyle/>
            <a:p>
              <a:pPr indent="0" lvl="0" marL="0" marR="0" rtl="0" algn="l">
                <a:spcBef>
                  <a:spcPts val="0"/>
                </a:spcBef>
                <a:spcAft>
                  <a:spcPts val="0"/>
                </a:spcAft>
                <a:buNone/>
              </a:pPr>
              <a:r>
                <a:t/>
              </a:r>
              <a:endParaRPr b="0" sz="3866" strike="noStrike">
                <a:solidFill>
                  <a:srgbClr val="FFFFFF"/>
                </a:solidFill>
                <a:latin typeface="Arial"/>
                <a:ea typeface="Arial"/>
                <a:cs typeface="Arial"/>
                <a:sym typeface="Arial"/>
              </a:endParaRPr>
            </a:p>
          </p:txBody>
        </p:sp>
        <p:sp>
          <p:nvSpPr>
            <p:cNvPr id="831" name="Google Shape;831;p23"/>
            <p:cNvSpPr/>
            <p:nvPr/>
          </p:nvSpPr>
          <p:spPr>
            <a:xfrm>
              <a:off x="3090240" y="4318560"/>
              <a:ext cx="13680" cy="43560"/>
            </a:xfrm>
            <a:custGeom>
              <a:rect b="b" l="l" r="r" t="t"/>
              <a:pathLst>
                <a:path extrusionOk="0" h="121" w="38">
                  <a:moveTo>
                    <a:pt x="19" y="121"/>
                  </a:moveTo>
                  <a:cubicBezTo>
                    <a:pt x="29" y="121"/>
                    <a:pt x="38" y="113"/>
                    <a:pt x="38" y="102"/>
                  </a:cubicBezTo>
                  <a:lnTo>
                    <a:pt x="38" y="19"/>
                  </a:lnTo>
                  <a:cubicBezTo>
                    <a:pt x="38" y="8"/>
                    <a:pt x="29" y="0"/>
                    <a:pt x="19" y="0"/>
                  </a:cubicBezTo>
                  <a:cubicBezTo>
                    <a:pt x="8" y="0"/>
                    <a:pt x="0" y="8"/>
                    <a:pt x="0" y="19"/>
                  </a:cubicBezTo>
                  <a:lnTo>
                    <a:pt x="0" y="102"/>
                  </a:lnTo>
                  <a:cubicBezTo>
                    <a:pt x="0" y="113"/>
                    <a:pt x="8" y="121"/>
                    <a:pt x="19" y="121"/>
                  </a:cubicBezTo>
                  <a:close/>
                </a:path>
              </a:pathLst>
            </a:custGeom>
            <a:solidFill>
              <a:srgbClr val="3C2C31"/>
            </a:solidFill>
            <a:ln>
              <a:noFill/>
            </a:ln>
          </p:spPr>
          <p:txBody>
            <a:bodyPr anchorCtr="1" anchor="ctr" bIns="0" lIns="193300" spcFirstLastPara="1" rIns="193300" wrap="square" tIns="0">
              <a:noAutofit/>
            </a:bodyPr>
            <a:lstStyle/>
            <a:p>
              <a:pPr indent="0" lvl="0" marL="0" marR="0" rtl="0" algn="l">
                <a:spcBef>
                  <a:spcPts val="0"/>
                </a:spcBef>
                <a:spcAft>
                  <a:spcPts val="0"/>
                </a:spcAft>
                <a:buNone/>
              </a:pPr>
              <a:r>
                <a:t/>
              </a:r>
              <a:endParaRPr b="0" sz="3866" strike="noStrike">
                <a:solidFill>
                  <a:srgbClr val="FFFFFF"/>
                </a:solidFill>
                <a:latin typeface="Arial"/>
                <a:ea typeface="Arial"/>
                <a:cs typeface="Arial"/>
                <a:sym typeface="Arial"/>
              </a:endParaRPr>
            </a:p>
          </p:txBody>
        </p:sp>
        <p:sp>
          <p:nvSpPr>
            <p:cNvPr id="832" name="Google Shape;832;p23"/>
            <p:cNvSpPr/>
            <p:nvPr/>
          </p:nvSpPr>
          <p:spPr>
            <a:xfrm>
              <a:off x="2744280" y="4182840"/>
              <a:ext cx="149040" cy="149400"/>
            </a:xfrm>
            <a:custGeom>
              <a:rect b="b" l="l" r="r" t="t"/>
              <a:pathLst>
                <a:path extrusionOk="0" h="415" w="414">
                  <a:moveTo>
                    <a:pt x="207" y="38"/>
                  </a:moveTo>
                  <a:cubicBezTo>
                    <a:pt x="300" y="38"/>
                    <a:pt x="376" y="114"/>
                    <a:pt x="376" y="208"/>
                  </a:cubicBezTo>
                  <a:cubicBezTo>
                    <a:pt x="376" y="301"/>
                    <a:pt x="300" y="377"/>
                    <a:pt x="207" y="377"/>
                  </a:cubicBezTo>
                  <a:cubicBezTo>
                    <a:pt x="113" y="377"/>
                    <a:pt x="38" y="301"/>
                    <a:pt x="38" y="208"/>
                  </a:cubicBezTo>
                  <a:cubicBezTo>
                    <a:pt x="38" y="114"/>
                    <a:pt x="113" y="38"/>
                    <a:pt x="207" y="38"/>
                  </a:cubicBezTo>
                  <a:moveTo>
                    <a:pt x="207" y="415"/>
                  </a:moveTo>
                  <a:cubicBezTo>
                    <a:pt x="321" y="415"/>
                    <a:pt x="414" y="322"/>
                    <a:pt x="414" y="208"/>
                  </a:cubicBezTo>
                  <a:cubicBezTo>
                    <a:pt x="414" y="93"/>
                    <a:pt x="321" y="0"/>
                    <a:pt x="207" y="0"/>
                  </a:cubicBezTo>
                  <a:cubicBezTo>
                    <a:pt x="93" y="0"/>
                    <a:pt x="0" y="93"/>
                    <a:pt x="0" y="208"/>
                  </a:cubicBezTo>
                  <a:cubicBezTo>
                    <a:pt x="0" y="322"/>
                    <a:pt x="93" y="415"/>
                    <a:pt x="207" y="415"/>
                  </a:cubicBezTo>
                  <a:close/>
                </a:path>
              </a:pathLst>
            </a:custGeom>
            <a:solidFill>
              <a:srgbClr val="3C2C31"/>
            </a:solidFill>
            <a:ln>
              <a:noFill/>
            </a:ln>
          </p:spPr>
          <p:txBody>
            <a:bodyPr anchorCtr="1" anchor="ctr" bIns="96650" lIns="193300" spcFirstLastPara="1" rIns="193300" wrap="square" tIns="96650">
              <a:noAutofit/>
            </a:bodyPr>
            <a:lstStyle/>
            <a:p>
              <a:pPr indent="0" lvl="0" marL="0" marR="0" rtl="0" algn="l">
                <a:spcBef>
                  <a:spcPts val="0"/>
                </a:spcBef>
                <a:spcAft>
                  <a:spcPts val="0"/>
                </a:spcAft>
                <a:buNone/>
              </a:pPr>
              <a:r>
                <a:t/>
              </a:r>
              <a:endParaRPr b="0" sz="3866" strike="noStrike">
                <a:solidFill>
                  <a:srgbClr val="FFFFFF"/>
                </a:solidFill>
                <a:latin typeface="Arial"/>
                <a:ea typeface="Arial"/>
                <a:cs typeface="Arial"/>
                <a:sym typeface="Arial"/>
              </a:endParaRPr>
            </a:p>
          </p:txBody>
        </p:sp>
        <p:sp>
          <p:nvSpPr>
            <p:cNvPr id="833" name="Google Shape;833;p23"/>
            <p:cNvSpPr/>
            <p:nvPr/>
          </p:nvSpPr>
          <p:spPr>
            <a:xfrm>
              <a:off x="2714040" y="4152960"/>
              <a:ext cx="209520" cy="209160"/>
            </a:xfrm>
            <a:custGeom>
              <a:rect b="b" l="l" r="r" t="t"/>
              <a:pathLst>
                <a:path extrusionOk="0" h="581" w="582">
                  <a:moveTo>
                    <a:pt x="291" y="37"/>
                  </a:moveTo>
                  <a:cubicBezTo>
                    <a:pt x="430" y="37"/>
                    <a:pt x="544" y="151"/>
                    <a:pt x="544" y="291"/>
                  </a:cubicBezTo>
                  <a:cubicBezTo>
                    <a:pt x="544" y="430"/>
                    <a:pt x="430" y="544"/>
                    <a:pt x="291" y="544"/>
                  </a:cubicBezTo>
                  <a:cubicBezTo>
                    <a:pt x="151" y="544"/>
                    <a:pt x="38" y="430"/>
                    <a:pt x="38" y="291"/>
                  </a:cubicBezTo>
                  <a:cubicBezTo>
                    <a:pt x="38" y="151"/>
                    <a:pt x="151" y="37"/>
                    <a:pt x="291" y="37"/>
                  </a:cubicBezTo>
                  <a:moveTo>
                    <a:pt x="291" y="581"/>
                  </a:moveTo>
                  <a:cubicBezTo>
                    <a:pt x="451" y="581"/>
                    <a:pt x="582" y="451"/>
                    <a:pt x="582" y="291"/>
                  </a:cubicBezTo>
                  <a:cubicBezTo>
                    <a:pt x="582" y="130"/>
                    <a:pt x="451" y="0"/>
                    <a:pt x="291" y="0"/>
                  </a:cubicBezTo>
                  <a:cubicBezTo>
                    <a:pt x="130" y="0"/>
                    <a:pt x="0" y="130"/>
                    <a:pt x="0" y="291"/>
                  </a:cubicBezTo>
                  <a:cubicBezTo>
                    <a:pt x="0" y="451"/>
                    <a:pt x="130" y="581"/>
                    <a:pt x="291" y="581"/>
                  </a:cubicBezTo>
                  <a:close/>
                </a:path>
              </a:pathLst>
            </a:custGeom>
            <a:solidFill>
              <a:srgbClr val="3C2C31"/>
            </a:solidFill>
            <a:ln>
              <a:noFill/>
            </a:ln>
          </p:spPr>
          <p:txBody>
            <a:bodyPr anchorCtr="1" anchor="ctr" bIns="96650" lIns="193300" spcFirstLastPara="1" rIns="193300" wrap="square" tIns="96650">
              <a:noAutofit/>
            </a:bodyPr>
            <a:lstStyle/>
            <a:p>
              <a:pPr indent="0" lvl="0" marL="0" marR="0" rtl="0" algn="l">
                <a:spcBef>
                  <a:spcPts val="0"/>
                </a:spcBef>
                <a:spcAft>
                  <a:spcPts val="0"/>
                </a:spcAft>
                <a:buNone/>
              </a:pPr>
              <a:r>
                <a:t/>
              </a:r>
              <a:endParaRPr b="0" sz="3866" strike="noStrike">
                <a:solidFill>
                  <a:srgbClr val="FFFFFF"/>
                </a:solidFill>
                <a:latin typeface="Arial"/>
                <a:ea typeface="Arial"/>
                <a:cs typeface="Arial"/>
                <a:sym typeface="Arial"/>
              </a:endParaRPr>
            </a:p>
          </p:txBody>
        </p:sp>
        <p:sp>
          <p:nvSpPr>
            <p:cNvPr id="834" name="Google Shape;834;p23"/>
            <p:cNvSpPr/>
            <p:nvPr/>
          </p:nvSpPr>
          <p:spPr>
            <a:xfrm>
              <a:off x="2796840" y="4213080"/>
              <a:ext cx="43920" cy="88920"/>
            </a:xfrm>
            <a:custGeom>
              <a:rect b="b" l="l" r="r" t="t"/>
              <a:pathLst>
                <a:path extrusionOk="0" h="247" w="122">
                  <a:moveTo>
                    <a:pt x="61" y="188"/>
                  </a:moveTo>
                  <a:cubicBezTo>
                    <a:pt x="48" y="188"/>
                    <a:pt x="38" y="178"/>
                    <a:pt x="38" y="165"/>
                  </a:cubicBezTo>
                  <a:cubicBezTo>
                    <a:pt x="38" y="155"/>
                    <a:pt x="29" y="146"/>
                    <a:pt x="19" y="146"/>
                  </a:cubicBezTo>
                  <a:cubicBezTo>
                    <a:pt x="9" y="146"/>
                    <a:pt x="0" y="155"/>
                    <a:pt x="0" y="165"/>
                  </a:cubicBezTo>
                  <a:cubicBezTo>
                    <a:pt x="0" y="192"/>
                    <a:pt x="18" y="215"/>
                    <a:pt x="42" y="223"/>
                  </a:cubicBezTo>
                  <a:lnTo>
                    <a:pt x="42" y="228"/>
                  </a:lnTo>
                  <a:cubicBezTo>
                    <a:pt x="42" y="239"/>
                    <a:pt x="50" y="247"/>
                    <a:pt x="61" y="247"/>
                  </a:cubicBezTo>
                  <a:cubicBezTo>
                    <a:pt x="71" y="247"/>
                    <a:pt x="80" y="239"/>
                    <a:pt x="80" y="228"/>
                  </a:cubicBezTo>
                  <a:lnTo>
                    <a:pt x="80" y="223"/>
                  </a:lnTo>
                  <a:cubicBezTo>
                    <a:pt x="104" y="215"/>
                    <a:pt x="122" y="192"/>
                    <a:pt x="122" y="165"/>
                  </a:cubicBezTo>
                  <a:cubicBezTo>
                    <a:pt x="122" y="132"/>
                    <a:pt x="94" y="105"/>
                    <a:pt x="61" y="105"/>
                  </a:cubicBezTo>
                  <a:lnTo>
                    <a:pt x="61" y="105"/>
                  </a:lnTo>
                  <a:cubicBezTo>
                    <a:pt x="48" y="105"/>
                    <a:pt x="38" y="94"/>
                    <a:pt x="38" y="82"/>
                  </a:cubicBezTo>
                  <a:cubicBezTo>
                    <a:pt x="38" y="69"/>
                    <a:pt x="48" y="59"/>
                    <a:pt x="61" y="59"/>
                  </a:cubicBezTo>
                  <a:cubicBezTo>
                    <a:pt x="74" y="59"/>
                    <a:pt x="84" y="69"/>
                    <a:pt x="84" y="82"/>
                  </a:cubicBezTo>
                  <a:cubicBezTo>
                    <a:pt x="84" y="92"/>
                    <a:pt x="92" y="101"/>
                    <a:pt x="103" y="101"/>
                  </a:cubicBezTo>
                  <a:cubicBezTo>
                    <a:pt x="113" y="101"/>
                    <a:pt x="122" y="92"/>
                    <a:pt x="122" y="82"/>
                  </a:cubicBezTo>
                  <a:cubicBezTo>
                    <a:pt x="122" y="55"/>
                    <a:pt x="104" y="32"/>
                    <a:pt x="80" y="24"/>
                  </a:cubicBezTo>
                  <a:lnTo>
                    <a:pt x="80" y="19"/>
                  </a:lnTo>
                  <a:cubicBezTo>
                    <a:pt x="80" y="8"/>
                    <a:pt x="71" y="0"/>
                    <a:pt x="61" y="0"/>
                  </a:cubicBezTo>
                  <a:cubicBezTo>
                    <a:pt x="50" y="0"/>
                    <a:pt x="42" y="8"/>
                    <a:pt x="42" y="19"/>
                  </a:cubicBezTo>
                  <a:lnTo>
                    <a:pt x="42" y="24"/>
                  </a:lnTo>
                  <a:cubicBezTo>
                    <a:pt x="18" y="32"/>
                    <a:pt x="0" y="55"/>
                    <a:pt x="0" y="82"/>
                  </a:cubicBezTo>
                  <a:cubicBezTo>
                    <a:pt x="0" y="115"/>
                    <a:pt x="27" y="142"/>
                    <a:pt x="61" y="142"/>
                  </a:cubicBezTo>
                  <a:lnTo>
                    <a:pt x="61" y="142"/>
                  </a:lnTo>
                  <a:cubicBezTo>
                    <a:pt x="74" y="142"/>
                    <a:pt x="84" y="153"/>
                    <a:pt x="84" y="165"/>
                  </a:cubicBezTo>
                  <a:cubicBezTo>
                    <a:pt x="84" y="178"/>
                    <a:pt x="74" y="188"/>
                    <a:pt x="61" y="188"/>
                  </a:cubicBezTo>
                  <a:close/>
                </a:path>
              </a:pathLst>
            </a:custGeom>
            <a:solidFill>
              <a:srgbClr val="3C2C31"/>
            </a:solidFill>
            <a:ln>
              <a:noFill/>
            </a:ln>
          </p:spPr>
          <p:txBody>
            <a:bodyPr anchorCtr="1" anchor="ctr" bIns="94300" lIns="193300" spcFirstLastPara="1" rIns="193300" wrap="square" tIns="94300">
              <a:noAutofit/>
            </a:bodyPr>
            <a:lstStyle/>
            <a:p>
              <a:pPr indent="0" lvl="0" marL="0" marR="0" rtl="0" algn="l">
                <a:spcBef>
                  <a:spcPts val="0"/>
                </a:spcBef>
                <a:spcAft>
                  <a:spcPts val="0"/>
                </a:spcAft>
                <a:buNone/>
              </a:pPr>
              <a:r>
                <a:t/>
              </a:r>
              <a:endParaRPr b="0" sz="3866" strike="noStrike">
                <a:solidFill>
                  <a:srgbClr val="FFFFFF"/>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24"/>
          <p:cNvSpPr txBox="1"/>
          <p:nvPr>
            <p:ph idx="1" type="subTitle"/>
          </p:nvPr>
        </p:nvSpPr>
        <p:spPr>
          <a:xfrm>
            <a:off x="1094225" y="2267950"/>
            <a:ext cx="3118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Here we just use the OWEs  query system to look for the data we need then structure it in an excel sheet and import to pandas </a:t>
            </a:r>
            <a:endParaRPr sz="1300"/>
          </a:p>
        </p:txBody>
      </p:sp>
      <p:sp>
        <p:nvSpPr>
          <p:cNvPr id="840" name="Google Shape;840;p24"/>
          <p:cNvSpPr txBox="1"/>
          <p:nvPr>
            <p:ph idx="2" type="subTitle"/>
          </p:nvPr>
        </p:nvSpPr>
        <p:spPr>
          <a:xfrm>
            <a:off x="5155025" y="2324550"/>
            <a:ext cx="3432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Here i built a function to clean Dataframes and then i applied this to the </a:t>
            </a:r>
            <a:r>
              <a:rPr lang="en" sz="1300"/>
              <a:t>different</a:t>
            </a:r>
            <a:r>
              <a:rPr lang="en" sz="1300"/>
              <a:t> </a:t>
            </a:r>
            <a:r>
              <a:rPr lang="en" sz="1300"/>
              <a:t>occupation</a:t>
            </a:r>
            <a:r>
              <a:rPr lang="en" sz="1300"/>
              <a:t> data</a:t>
            </a:r>
            <a:endParaRPr sz="1300"/>
          </a:p>
        </p:txBody>
      </p:sp>
      <p:sp>
        <p:nvSpPr>
          <p:cNvPr id="841" name="Google Shape;841;p24"/>
          <p:cNvSpPr txBox="1"/>
          <p:nvPr>
            <p:ph idx="3" type="subTitle"/>
          </p:nvPr>
        </p:nvSpPr>
        <p:spPr>
          <a:xfrm>
            <a:off x="1047675" y="4031300"/>
            <a:ext cx="406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I grouped the data together and had them split by occupations i classified as low unionhood or high huniohood </a:t>
            </a:r>
            <a:endParaRPr sz="1300"/>
          </a:p>
        </p:txBody>
      </p:sp>
      <p:sp>
        <p:nvSpPr>
          <p:cNvPr id="842" name="Google Shape;842;p24"/>
          <p:cNvSpPr txBox="1"/>
          <p:nvPr>
            <p:ph idx="4" type="subTitle"/>
          </p:nvPr>
        </p:nvSpPr>
        <p:spPr>
          <a:xfrm>
            <a:off x="5240775" y="3815125"/>
            <a:ext cx="3275700" cy="101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the Data has been grouped and processed I then made visualizations that compared occupations by unionhood </a:t>
            </a:r>
            <a:endParaRPr/>
          </a:p>
        </p:txBody>
      </p:sp>
      <p:sp>
        <p:nvSpPr>
          <p:cNvPr id="843" name="Google Shape;843;p24"/>
          <p:cNvSpPr txBox="1"/>
          <p:nvPr>
            <p:ph idx="8" type="subTitle"/>
          </p:nvPr>
        </p:nvSpPr>
        <p:spPr>
          <a:xfrm>
            <a:off x="1094225" y="1514039"/>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1: Data Processing </a:t>
            </a:r>
            <a:endParaRPr/>
          </a:p>
        </p:txBody>
      </p:sp>
      <p:sp>
        <p:nvSpPr>
          <p:cNvPr id="844" name="Google Shape;844;p24"/>
          <p:cNvSpPr txBox="1"/>
          <p:nvPr>
            <p:ph idx="9" type="subTitle"/>
          </p:nvPr>
        </p:nvSpPr>
        <p:spPr>
          <a:xfrm>
            <a:off x="1094225" y="3401189"/>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3: Data </a:t>
            </a:r>
            <a:r>
              <a:rPr lang="en"/>
              <a:t>Aggregation</a:t>
            </a:r>
            <a:r>
              <a:rPr lang="en"/>
              <a:t> </a:t>
            </a:r>
            <a:endParaRPr/>
          </a:p>
        </p:txBody>
      </p:sp>
      <p:sp>
        <p:nvSpPr>
          <p:cNvPr id="845" name="Google Shape;845;p24"/>
          <p:cNvSpPr txBox="1"/>
          <p:nvPr>
            <p:ph idx="13" type="subTitle"/>
          </p:nvPr>
        </p:nvSpPr>
        <p:spPr>
          <a:xfrm>
            <a:off x="5687925" y="1685125"/>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2: Data Cleaning </a:t>
            </a:r>
            <a:endParaRPr/>
          </a:p>
        </p:txBody>
      </p:sp>
      <p:sp>
        <p:nvSpPr>
          <p:cNvPr id="846" name="Google Shape;846;p24"/>
          <p:cNvSpPr txBox="1"/>
          <p:nvPr>
            <p:ph idx="14" type="subTitle"/>
          </p:nvPr>
        </p:nvSpPr>
        <p:spPr>
          <a:xfrm>
            <a:off x="5773599" y="3175786"/>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4: Data Visualization</a:t>
            </a:r>
            <a:endParaRPr/>
          </a:p>
        </p:txBody>
      </p:sp>
      <p:sp>
        <p:nvSpPr>
          <p:cNvPr id="847" name="Google Shape;847;p24"/>
          <p:cNvSpPr txBox="1"/>
          <p:nvPr>
            <p:ph idx="15"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Methodology </a:t>
            </a:r>
            <a:endParaRPr/>
          </a:p>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25"/>
          <p:cNvSpPr txBox="1"/>
          <p:nvPr>
            <p:ph idx="15"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Original Data (Sample) </a:t>
            </a:r>
            <a:endParaRPr/>
          </a:p>
        </p:txBody>
      </p:sp>
      <p:pic>
        <p:nvPicPr>
          <p:cNvPr id="853" name="Google Shape;853;p25"/>
          <p:cNvPicPr preferRelativeResize="0"/>
          <p:nvPr/>
        </p:nvPicPr>
        <p:blipFill>
          <a:blip r:embed="rId3">
            <a:alphaModFix/>
          </a:blip>
          <a:stretch>
            <a:fillRect/>
          </a:stretch>
        </p:blipFill>
        <p:spPr>
          <a:xfrm>
            <a:off x="785813" y="1750300"/>
            <a:ext cx="7572376" cy="3041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26"/>
          <p:cNvSpPr txBox="1"/>
          <p:nvPr>
            <p:ph idx="15"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Cleaned Data (Sample) </a:t>
            </a:r>
            <a:endParaRPr/>
          </a:p>
        </p:txBody>
      </p:sp>
      <p:pic>
        <p:nvPicPr>
          <p:cNvPr id="859" name="Google Shape;859;p26"/>
          <p:cNvPicPr preferRelativeResize="0"/>
          <p:nvPr/>
        </p:nvPicPr>
        <p:blipFill>
          <a:blip r:embed="rId3">
            <a:alphaModFix/>
          </a:blip>
          <a:stretch>
            <a:fillRect/>
          </a:stretch>
        </p:blipFill>
        <p:spPr>
          <a:xfrm>
            <a:off x="1037213" y="1457000"/>
            <a:ext cx="7070274" cy="3267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pic>
        <p:nvPicPr>
          <p:cNvPr id="864" name="Google Shape;864;p27"/>
          <p:cNvPicPr preferRelativeResize="0"/>
          <p:nvPr>
            <p:ph idx="2" type="pic"/>
          </p:nvPr>
        </p:nvPicPr>
        <p:blipFill rotWithShape="1">
          <a:blip r:embed="rId3">
            <a:alphaModFix/>
          </a:blip>
          <a:srcRect b="7807" l="0" r="0" t="7798"/>
          <a:stretch/>
        </p:blipFill>
        <p:spPr>
          <a:xfrm>
            <a:off x="-125" y="50"/>
            <a:ext cx="9144003" cy="5143501"/>
          </a:xfrm>
          <a:prstGeom prst="rect">
            <a:avLst/>
          </a:prstGeom>
        </p:spPr>
      </p:pic>
      <p:sp>
        <p:nvSpPr>
          <p:cNvPr id="865" name="Google Shape;865;p27"/>
          <p:cNvSpPr txBox="1"/>
          <p:nvPr>
            <p:ph type="title"/>
          </p:nvPr>
        </p:nvSpPr>
        <p:spPr>
          <a:xfrm>
            <a:off x="713225" y="539500"/>
            <a:ext cx="7717500" cy="693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Key Findings</a:t>
            </a:r>
            <a:endParaRPr/>
          </a:p>
        </p:txBody>
      </p:sp>
      <p:grpSp>
        <p:nvGrpSpPr>
          <p:cNvPr id="866" name="Google Shape;866;p27"/>
          <p:cNvGrpSpPr/>
          <p:nvPr/>
        </p:nvGrpSpPr>
        <p:grpSpPr>
          <a:xfrm>
            <a:off x="8573285" y="1647619"/>
            <a:ext cx="939888" cy="1397556"/>
            <a:chOff x="8573285" y="1647619"/>
            <a:chExt cx="939888" cy="1397556"/>
          </a:xfrm>
        </p:grpSpPr>
        <p:sp>
          <p:nvSpPr>
            <p:cNvPr id="867" name="Google Shape;867;p27"/>
            <p:cNvSpPr/>
            <p:nvPr/>
          </p:nvSpPr>
          <p:spPr>
            <a:xfrm>
              <a:off x="8678823" y="1647619"/>
              <a:ext cx="834349" cy="82623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8" name="Google Shape;868;p27"/>
            <p:cNvSpPr/>
            <p:nvPr/>
          </p:nvSpPr>
          <p:spPr>
            <a:xfrm>
              <a:off x="8573285" y="2584674"/>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28"/>
          <p:cNvSpPr txBox="1"/>
          <p:nvPr>
            <p:ph type="title"/>
          </p:nvPr>
        </p:nvSpPr>
        <p:spPr>
          <a:xfrm>
            <a:off x="954950" y="743525"/>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t>Average Wage by Occupation</a:t>
            </a:r>
            <a:endParaRPr sz="2600"/>
          </a:p>
        </p:txBody>
      </p:sp>
      <p:sp>
        <p:nvSpPr>
          <p:cNvPr id="874" name="Google Shape;874;p28"/>
          <p:cNvSpPr txBox="1"/>
          <p:nvPr/>
        </p:nvSpPr>
        <p:spPr>
          <a:xfrm>
            <a:off x="905375" y="4202600"/>
            <a:ext cx="7744200" cy="4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ato"/>
                <a:ea typeface="Lato"/>
                <a:cs typeface="Lato"/>
                <a:sym typeface="Lato"/>
              </a:rPr>
              <a:t>This Chart shows The occupations i used and </a:t>
            </a:r>
            <a:r>
              <a:rPr lang="en">
                <a:solidFill>
                  <a:schemeClr val="dk1"/>
                </a:solidFill>
                <a:latin typeface="Lato"/>
                <a:ea typeface="Lato"/>
                <a:cs typeface="Lato"/>
                <a:sym typeface="Lato"/>
              </a:rPr>
              <a:t>their</a:t>
            </a:r>
            <a:r>
              <a:rPr lang="en">
                <a:solidFill>
                  <a:schemeClr val="dk1"/>
                </a:solidFill>
                <a:latin typeface="Lato"/>
                <a:ea typeface="Lato"/>
                <a:cs typeface="Lato"/>
                <a:sym typeface="Lato"/>
              </a:rPr>
              <a:t> average wages and it also highlights that manager wages are far higher than the rest </a:t>
            </a:r>
            <a:endParaRPr>
              <a:solidFill>
                <a:schemeClr val="dk1"/>
              </a:solidFill>
              <a:latin typeface="Lato"/>
              <a:ea typeface="Lato"/>
              <a:cs typeface="Lato"/>
              <a:sym typeface="Lato"/>
            </a:endParaRPr>
          </a:p>
        </p:txBody>
      </p:sp>
      <p:pic>
        <p:nvPicPr>
          <p:cNvPr id="875" name="Google Shape;875;p28" title="Average Annual Wage by Occupation.png"/>
          <p:cNvPicPr preferRelativeResize="0"/>
          <p:nvPr/>
        </p:nvPicPr>
        <p:blipFill>
          <a:blip r:embed="rId3">
            <a:alphaModFix/>
          </a:blip>
          <a:stretch>
            <a:fillRect/>
          </a:stretch>
        </p:blipFill>
        <p:spPr>
          <a:xfrm>
            <a:off x="1932850" y="1375525"/>
            <a:ext cx="5077758" cy="29620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29"/>
          <p:cNvSpPr txBox="1"/>
          <p:nvPr>
            <p:ph type="title"/>
          </p:nvPr>
        </p:nvSpPr>
        <p:spPr>
          <a:xfrm>
            <a:off x="954950" y="743525"/>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t>Top 5 &amp; Worst 5 States by Wage</a:t>
            </a:r>
            <a:endParaRPr sz="2600"/>
          </a:p>
        </p:txBody>
      </p:sp>
      <p:sp>
        <p:nvSpPr>
          <p:cNvPr id="881" name="Google Shape;881;p29"/>
          <p:cNvSpPr txBox="1"/>
          <p:nvPr/>
        </p:nvSpPr>
        <p:spPr>
          <a:xfrm>
            <a:off x="905375" y="4202600"/>
            <a:ext cx="7744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ato"/>
                <a:ea typeface="Lato"/>
                <a:cs typeface="Lato"/>
                <a:sym typeface="Lato"/>
              </a:rPr>
              <a:t>This chart is the top 5 and bottom 5 states for wages within all the </a:t>
            </a:r>
            <a:r>
              <a:rPr lang="en">
                <a:solidFill>
                  <a:schemeClr val="dk1"/>
                </a:solidFill>
                <a:latin typeface="Lato"/>
                <a:ea typeface="Lato"/>
                <a:cs typeface="Lato"/>
                <a:sym typeface="Lato"/>
              </a:rPr>
              <a:t>data and is important for the next slide</a:t>
            </a:r>
            <a:endParaRPr>
              <a:solidFill>
                <a:schemeClr val="dk1"/>
              </a:solidFill>
              <a:latin typeface="Lato"/>
              <a:ea typeface="Lato"/>
              <a:cs typeface="Lato"/>
              <a:sym typeface="Lato"/>
            </a:endParaRPr>
          </a:p>
        </p:txBody>
      </p:sp>
      <p:pic>
        <p:nvPicPr>
          <p:cNvPr id="882" name="Google Shape;882;p29" title="Top5 and Bottom 5 states by wages.png"/>
          <p:cNvPicPr preferRelativeResize="0"/>
          <p:nvPr/>
        </p:nvPicPr>
        <p:blipFill>
          <a:blip r:embed="rId3">
            <a:alphaModFix/>
          </a:blip>
          <a:stretch>
            <a:fillRect/>
          </a:stretch>
        </p:blipFill>
        <p:spPr>
          <a:xfrm>
            <a:off x="1990425" y="1468625"/>
            <a:ext cx="5163148" cy="25815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30"/>
          <p:cNvSpPr txBox="1"/>
          <p:nvPr>
            <p:ph type="title"/>
          </p:nvPr>
        </p:nvSpPr>
        <p:spPr>
          <a:xfrm>
            <a:off x="954950" y="743525"/>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100"/>
              <a:t>wages in top 5 &amp; </a:t>
            </a:r>
            <a:r>
              <a:rPr lang="en" sz="2100"/>
              <a:t>worst</a:t>
            </a:r>
            <a:r>
              <a:rPr lang="en" sz="2100"/>
              <a:t> 5 States by </a:t>
            </a:r>
            <a:r>
              <a:rPr lang="en" sz="2100"/>
              <a:t>union hood</a:t>
            </a:r>
            <a:r>
              <a:rPr lang="en" sz="2100"/>
              <a:t> </a:t>
            </a:r>
            <a:endParaRPr sz="2100"/>
          </a:p>
        </p:txBody>
      </p:sp>
      <p:sp>
        <p:nvSpPr>
          <p:cNvPr id="888" name="Google Shape;888;p30"/>
          <p:cNvSpPr txBox="1"/>
          <p:nvPr/>
        </p:nvSpPr>
        <p:spPr>
          <a:xfrm>
            <a:off x="880150" y="3968725"/>
            <a:ext cx="7744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ato"/>
                <a:ea typeface="Lato"/>
                <a:cs typeface="Lato"/>
                <a:sym typeface="Lato"/>
              </a:rPr>
              <a:t>This chart shows that while wage performance is </a:t>
            </a:r>
            <a:r>
              <a:rPr lang="en">
                <a:solidFill>
                  <a:schemeClr val="dk1"/>
                </a:solidFill>
                <a:latin typeface="Lato"/>
                <a:ea typeface="Lato"/>
                <a:cs typeface="Lato"/>
                <a:sym typeface="Lato"/>
              </a:rPr>
              <a:t>heavily</a:t>
            </a:r>
            <a:r>
              <a:rPr lang="en">
                <a:solidFill>
                  <a:schemeClr val="dk1"/>
                </a:solidFill>
                <a:latin typeface="Lato"/>
                <a:ea typeface="Lato"/>
                <a:cs typeface="Lato"/>
                <a:sym typeface="Lato"/>
              </a:rPr>
              <a:t> influenced state regardless of unionhood</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Occupations with low unionhood tend to perform better </a:t>
            </a:r>
            <a:endParaRPr>
              <a:solidFill>
                <a:schemeClr val="dk1"/>
              </a:solidFill>
              <a:latin typeface="Lato"/>
              <a:ea typeface="Lato"/>
              <a:cs typeface="Lato"/>
              <a:sym typeface="Lato"/>
            </a:endParaRPr>
          </a:p>
        </p:txBody>
      </p:sp>
      <p:pic>
        <p:nvPicPr>
          <p:cNvPr id="889" name="Google Shape;889;p30" title="Unionhood in Top &amp; Bottom 5 States.png"/>
          <p:cNvPicPr preferRelativeResize="0"/>
          <p:nvPr/>
        </p:nvPicPr>
        <p:blipFill>
          <a:blip r:embed="rId3">
            <a:alphaModFix/>
          </a:blip>
          <a:stretch>
            <a:fillRect/>
          </a:stretch>
        </p:blipFill>
        <p:spPr>
          <a:xfrm>
            <a:off x="2151775" y="1387150"/>
            <a:ext cx="4840451" cy="25815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31"/>
          <p:cNvSpPr txBox="1"/>
          <p:nvPr>
            <p:ph type="title"/>
          </p:nvPr>
        </p:nvSpPr>
        <p:spPr>
          <a:xfrm>
            <a:off x="954950" y="743525"/>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t>Employment Rarity vs Wage</a:t>
            </a:r>
            <a:endParaRPr sz="2600"/>
          </a:p>
        </p:txBody>
      </p:sp>
      <p:sp>
        <p:nvSpPr>
          <p:cNvPr id="895" name="Google Shape;895;p31"/>
          <p:cNvSpPr txBox="1"/>
          <p:nvPr/>
        </p:nvSpPr>
        <p:spPr>
          <a:xfrm>
            <a:off x="880150" y="3865550"/>
            <a:ext cx="7744200" cy="9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ato"/>
                <a:ea typeface="Lato"/>
                <a:cs typeface="Lato"/>
                <a:sym typeface="Lato"/>
              </a:rPr>
              <a:t>This chart shows that there are a large amount of </a:t>
            </a:r>
            <a:r>
              <a:rPr lang="en">
                <a:solidFill>
                  <a:schemeClr val="dk1"/>
                </a:solidFill>
                <a:latin typeface="Lato"/>
                <a:ea typeface="Lato"/>
                <a:cs typeface="Lato"/>
                <a:sym typeface="Lato"/>
              </a:rPr>
              <a:t>management</a:t>
            </a:r>
            <a:r>
              <a:rPr lang="en">
                <a:solidFill>
                  <a:schemeClr val="dk1"/>
                </a:solidFill>
                <a:latin typeface="Lato"/>
                <a:ea typeface="Lato"/>
                <a:cs typeface="Lato"/>
                <a:sym typeface="Lato"/>
              </a:rPr>
              <a:t> workers  in comparison to agriculture and private investigators within low wages. The conclusion here is that while some low union jobs have less workers they still seem to make more generally than union workers with the exception of agriculture </a:t>
            </a:r>
            <a:endParaRPr>
              <a:solidFill>
                <a:schemeClr val="dk1"/>
              </a:solidFill>
              <a:latin typeface="Lato"/>
              <a:ea typeface="Lato"/>
              <a:cs typeface="Lato"/>
              <a:sym typeface="Lato"/>
            </a:endParaRPr>
          </a:p>
        </p:txBody>
      </p:sp>
      <p:pic>
        <p:nvPicPr>
          <p:cNvPr id="896" name="Google Shape;896;p31" title="Employment Vs wage.png"/>
          <p:cNvPicPr preferRelativeResize="0"/>
          <p:nvPr/>
        </p:nvPicPr>
        <p:blipFill>
          <a:blip r:embed="rId3">
            <a:alphaModFix/>
          </a:blip>
          <a:stretch>
            <a:fillRect/>
          </a:stretch>
        </p:blipFill>
        <p:spPr>
          <a:xfrm>
            <a:off x="1479675" y="1468625"/>
            <a:ext cx="6389655" cy="2347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32"/>
          <p:cNvSpPr txBox="1"/>
          <p:nvPr>
            <p:ph type="title"/>
          </p:nvPr>
        </p:nvSpPr>
        <p:spPr>
          <a:xfrm>
            <a:off x="954950" y="743525"/>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Wage By Unionhood Level</a:t>
            </a:r>
            <a:endParaRPr sz="2300"/>
          </a:p>
        </p:txBody>
      </p:sp>
      <p:grpSp>
        <p:nvGrpSpPr>
          <p:cNvPr id="902" name="Google Shape;902;p32"/>
          <p:cNvGrpSpPr/>
          <p:nvPr/>
        </p:nvGrpSpPr>
        <p:grpSpPr>
          <a:xfrm flipH="1">
            <a:off x="107016" y="1642926"/>
            <a:ext cx="1212401" cy="1240945"/>
            <a:chOff x="8264880" y="1119240"/>
            <a:chExt cx="1865520" cy="1909440"/>
          </a:xfrm>
        </p:grpSpPr>
        <p:sp>
          <p:nvSpPr>
            <p:cNvPr id="903" name="Google Shape;903;p32"/>
            <p:cNvSpPr/>
            <p:nvPr/>
          </p:nvSpPr>
          <p:spPr>
            <a:xfrm>
              <a:off x="9336240" y="2202840"/>
              <a:ext cx="190080" cy="199080"/>
            </a:xfrm>
            <a:custGeom>
              <a:rect b="b" l="l" r="r" t="t"/>
              <a:pathLst>
                <a:path extrusionOk="0" h="553" w="528">
                  <a:moveTo>
                    <a:pt x="0" y="0"/>
                  </a:moveTo>
                  <a:lnTo>
                    <a:pt x="528" y="553"/>
                  </a:lnTo>
                  <a:lnTo>
                    <a:pt x="0" y="0"/>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4" name="Google Shape;904;p32"/>
            <p:cNvSpPr/>
            <p:nvPr/>
          </p:nvSpPr>
          <p:spPr>
            <a:xfrm>
              <a:off x="9298800" y="2167200"/>
              <a:ext cx="264960" cy="270360"/>
            </a:xfrm>
            <a:custGeom>
              <a:rect b="b" l="l" r="r" t="t"/>
              <a:pathLst>
                <a:path extrusionOk="0" h="751" w="736">
                  <a:moveTo>
                    <a:pt x="527" y="751"/>
                  </a:moveTo>
                  <a:lnTo>
                    <a:pt x="736" y="553"/>
                  </a:lnTo>
                  <a:lnTo>
                    <a:pt x="208" y="0"/>
                  </a:lnTo>
                  <a:lnTo>
                    <a:pt x="0" y="198"/>
                  </a:lnTo>
                  <a:lnTo>
                    <a:pt x="527" y="751"/>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5" name="Google Shape;905;p32"/>
            <p:cNvSpPr/>
            <p:nvPr/>
          </p:nvSpPr>
          <p:spPr>
            <a:xfrm>
              <a:off x="9428400" y="2303640"/>
              <a:ext cx="702000" cy="725040"/>
            </a:xfrm>
            <a:custGeom>
              <a:rect b="b" l="l" r="r" t="t"/>
              <a:pathLst>
                <a:path extrusionOk="0" h="2014" w="195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6" name="Google Shape;906;p32"/>
            <p:cNvSpPr/>
            <p:nvPr/>
          </p:nvSpPr>
          <p:spPr>
            <a:xfrm>
              <a:off x="9428400" y="2483280"/>
              <a:ext cx="702000" cy="545400"/>
            </a:xfrm>
            <a:custGeom>
              <a:rect b="b" l="l" r="r" t="t"/>
              <a:pathLst>
                <a:path extrusionOk="0" h="1515" w="195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7" name="Google Shape;907;p32"/>
            <p:cNvSpPr/>
            <p:nvPr/>
          </p:nvSpPr>
          <p:spPr>
            <a:xfrm>
              <a:off x="8338680" y="1193040"/>
              <a:ext cx="1150920" cy="1151280"/>
            </a:xfrm>
            <a:custGeom>
              <a:rect b="b" l="l" r="r" t="t"/>
              <a:pathLst>
                <a:path extrusionOk="0" h="3198" w="3197">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8" name="Google Shape;908;p32"/>
            <p:cNvSpPr/>
            <p:nvPr/>
          </p:nvSpPr>
          <p:spPr>
            <a:xfrm>
              <a:off x="8264880" y="1119240"/>
              <a:ext cx="1298880" cy="1298520"/>
            </a:xfrm>
            <a:custGeom>
              <a:rect b="b" l="l" r="r" t="t"/>
              <a:pathLst>
                <a:path extrusionOk="0" h="3607" w="3608">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pic>
        <p:nvPicPr>
          <p:cNvPr id="909" name="Google Shape;909;p32" title="Low unionhood Vs High Unionhood (1).png"/>
          <p:cNvPicPr preferRelativeResize="0"/>
          <p:nvPr/>
        </p:nvPicPr>
        <p:blipFill>
          <a:blip r:embed="rId3">
            <a:alphaModFix/>
          </a:blip>
          <a:stretch>
            <a:fillRect/>
          </a:stretch>
        </p:blipFill>
        <p:spPr>
          <a:xfrm>
            <a:off x="1908450" y="1188200"/>
            <a:ext cx="5038776" cy="3035950"/>
          </a:xfrm>
          <a:prstGeom prst="rect">
            <a:avLst/>
          </a:prstGeom>
          <a:noFill/>
          <a:ln>
            <a:noFill/>
          </a:ln>
        </p:spPr>
      </p:pic>
      <p:sp>
        <p:nvSpPr>
          <p:cNvPr id="910" name="Google Shape;910;p32"/>
          <p:cNvSpPr txBox="1"/>
          <p:nvPr/>
        </p:nvSpPr>
        <p:spPr>
          <a:xfrm>
            <a:off x="1319425" y="4224150"/>
            <a:ext cx="7115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ato"/>
                <a:ea typeface="Lato"/>
                <a:cs typeface="Lato"/>
                <a:sym typeface="Lato"/>
              </a:rPr>
              <a:t>This Chart does answer our questions as it shows that </a:t>
            </a:r>
            <a:r>
              <a:rPr lang="en">
                <a:solidFill>
                  <a:schemeClr val="dk1"/>
                </a:solidFill>
                <a:latin typeface="Lato"/>
                <a:ea typeface="Lato"/>
                <a:cs typeface="Lato"/>
                <a:sym typeface="Lato"/>
              </a:rPr>
              <a:t>occupations with</a:t>
            </a:r>
            <a:r>
              <a:rPr lang="en">
                <a:solidFill>
                  <a:schemeClr val="dk1"/>
                </a:solidFill>
                <a:latin typeface="Lato"/>
                <a:ea typeface="Lato"/>
                <a:cs typeface="Lato"/>
                <a:sym typeface="Lato"/>
              </a:rPr>
              <a:t> high </a:t>
            </a:r>
            <a:r>
              <a:rPr lang="en">
                <a:solidFill>
                  <a:schemeClr val="dk1"/>
                </a:solidFill>
                <a:latin typeface="Lato"/>
                <a:ea typeface="Lato"/>
                <a:cs typeface="Lato"/>
                <a:sym typeface="Lato"/>
              </a:rPr>
              <a:t>unionization</a:t>
            </a:r>
            <a:r>
              <a:rPr lang="en">
                <a:solidFill>
                  <a:schemeClr val="dk1"/>
                </a:solidFill>
                <a:latin typeface="Lato"/>
                <a:ea typeface="Lato"/>
                <a:cs typeface="Lato"/>
                <a:sym typeface="Lato"/>
              </a:rPr>
              <a:t> have slightly higher income.</a:t>
            </a:r>
            <a:endParaRPr>
              <a:solidFill>
                <a:schemeClr val="dk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33"/>
          <p:cNvSpPr txBox="1"/>
          <p:nvPr>
            <p:ph idx="1" type="body"/>
          </p:nvPr>
        </p:nvSpPr>
        <p:spPr>
          <a:xfrm>
            <a:off x="1168525" y="1970075"/>
            <a:ext cx="7079400" cy="25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Within the 6 occupations I chose a clear </a:t>
            </a:r>
            <a:r>
              <a:rPr lang="en"/>
              <a:t>existing</a:t>
            </a:r>
            <a:r>
              <a:rPr lang="en"/>
              <a:t> </a:t>
            </a:r>
            <a:r>
              <a:rPr lang="en"/>
              <a:t>basis</a:t>
            </a:r>
            <a:r>
              <a:rPr lang="en"/>
              <a:t> is that agricultural wages are far too low and management wages are far too high. While these occupations both heavily lack unions Using them might have skewed the </a:t>
            </a:r>
            <a:r>
              <a:rPr lang="en"/>
              <a:t>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while i was searching for replacements for management I saw that jobs associated with unions were typically high paying regardless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while agriculture does skew my data because it is the sole occupation incapable of forming unions due to federal laws I feel that it has to be included within analysis of low unionization occupations </a:t>
            </a:r>
            <a:endParaRPr/>
          </a:p>
        </p:txBody>
      </p:sp>
      <p:sp>
        <p:nvSpPr>
          <p:cNvPr id="916" name="Google Shape;916;p33"/>
          <p:cNvSpPr txBox="1"/>
          <p:nvPr>
            <p:ph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Biases</a:t>
            </a:r>
            <a:r>
              <a:rPr lang="en"/>
              <a:t> and Limitations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34"/>
          <p:cNvSpPr txBox="1"/>
          <p:nvPr>
            <p:ph idx="15" type="title"/>
          </p:nvPr>
        </p:nvSpPr>
        <p:spPr>
          <a:xfrm>
            <a:off x="896750" y="941350"/>
            <a:ext cx="7351200" cy="1046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DATA                                                                                                                                                                                                                                                                                                                                                                                                                                                                                                                                                                                                                                                                                                                                                                                                                                                                                                                                                                                                                                                                                                                                                                                                                                                                                                                                                                                                                                                                                                                                                                                                                                                                                                                                                                                                                                                                                                                                                                                                                                                                                                                                                                                                                                                                                                                                                                                                                                                                                                                                                                                                                                                                                                                                                                                                                                                                                                                                                                                                                                                                                                                                                                                                                                                                                                                      Sources and References </a:t>
            </a:r>
            <a:endParaRPr/>
          </a:p>
        </p:txBody>
      </p:sp>
      <p:sp>
        <p:nvSpPr>
          <p:cNvPr id="922" name="Google Shape;922;p34"/>
          <p:cNvSpPr txBox="1"/>
          <p:nvPr/>
        </p:nvSpPr>
        <p:spPr>
          <a:xfrm>
            <a:off x="965375" y="2149550"/>
            <a:ext cx="7046700" cy="1908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U.S. Bureau of Labor Statistics. (n.d.). Occupational employment and wage statistics (OEWS) data. U.S. Department of Labor. </a:t>
            </a:r>
            <a:r>
              <a:rPr lang="en" u="sng">
                <a:solidFill>
                  <a:schemeClr val="hlink"/>
                </a:solidFill>
                <a:latin typeface="Lato"/>
                <a:ea typeface="Lato"/>
                <a:cs typeface="Lato"/>
                <a:sym typeface="Lato"/>
                <a:hlinkClick r:id="rId3"/>
              </a:rPr>
              <a:t>https://data.bls.gov/oes/#/home</a:t>
            </a:r>
            <a:endParaRPr>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Stack Overflow. (n.d.). Stack Overflow. Stack Exchange Inc. </a:t>
            </a:r>
            <a:r>
              <a:rPr lang="en" u="sng">
                <a:solidFill>
                  <a:schemeClr val="hlink"/>
                </a:solidFill>
                <a:latin typeface="Lato"/>
                <a:ea typeface="Lato"/>
                <a:cs typeface="Lato"/>
                <a:sym typeface="Lato"/>
                <a:hlinkClick r:id="rId4"/>
              </a:rPr>
              <a:t>https://stackoverflow.com</a:t>
            </a:r>
            <a:endParaRPr>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McKinney, W. (2017). Python for data analysis: Data wrangling with pandas, NumPy, and IPython (2nd ed.). O’Reilly Media.</a:t>
            </a:r>
            <a:endParaRPr>
              <a:solidFill>
                <a:schemeClr val="dk1"/>
              </a:solidFill>
              <a:latin typeface="Lato"/>
              <a:ea typeface="Lato"/>
              <a:cs typeface="Lato"/>
              <a:sym typeface="Lato"/>
            </a:endParaRPr>
          </a:p>
          <a:p>
            <a:pPr indent="0" lvl="0" marL="457200" rtl="0" algn="l">
              <a:spcBef>
                <a:spcPts val="0"/>
              </a:spcBef>
              <a:spcAft>
                <a:spcPts val="0"/>
              </a:spcAft>
              <a:buNone/>
            </a:pPr>
            <a:r>
              <a:t/>
            </a:r>
            <a:endParaRPr>
              <a:solidFill>
                <a:schemeClr val="dk1"/>
              </a:solidFill>
              <a:latin typeface="Lato"/>
              <a:ea typeface="Lato"/>
              <a:cs typeface="Lato"/>
              <a:sym typeface="Lato"/>
            </a:endParaRPr>
          </a:p>
          <a:p>
            <a:pPr indent="0" lvl="0" marL="457200" rtl="0" algn="l">
              <a:spcBef>
                <a:spcPts val="0"/>
              </a:spcBef>
              <a:spcAft>
                <a:spcPts val="0"/>
              </a:spcAft>
              <a:buNone/>
            </a:pPr>
            <a:r>
              <a:t/>
            </a:r>
            <a:endParaRPr>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35"/>
          <p:cNvSpPr txBox="1"/>
          <p:nvPr>
            <p:ph type="title"/>
          </p:nvPr>
        </p:nvSpPr>
        <p:spPr>
          <a:xfrm>
            <a:off x="1079575" y="2404475"/>
            <a:ext cx="7351200" cy="7326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Questions?</a:t>
            </a:r>
            <a:endParaRPr/>
          </a:p>
        </p:txBody>
      </p:sp>
      <p:pic>
        <p:nvPicPr>
          <p:cNvPr descr="a 3d man is scratching his head in front of a large red question mark . (Provided by Tenor)" id="928" name="Google Shape;928;p35"/>
          <p:cNvPicPr preferRelativeResize="0"/>
          <p:nvPr/>
        </p:nvPicPr>
        <p:blipFill>
          <a:blip r:embed="rId3">
            <a:alphaModFix/>
          </a:blip>
          <a:stretch>
            <a:fillRect/>
          </a:stretch>
        </p:blipFill>
        <p:spPr>
          <a:xfrm>
            <a:off x="6028388" y="1041675"/>
            <a:ext cx="2095500" cy="2095500"/>
          </a:xfrm>
          <a:prstGeom prst="rect">
            <a:avLst/>
          </a:prstGeom>
          <a:noFill/>
          <a:ln>
            <a:noFill/>
          </a:ln>
        </p:spPr>
      </p:pic>
      <p:pic>
        <p:nvPicPr>
          <p:cNvPr descr="a cartoon drawing of a number three with hands and legs (Provided by Tenor)" id="929" name="Google Shape;929;p35"/>
          <p:cNvPicPr preferRelativeResize="0"/>
          <p:nvPr/>
        </p:nvPicPr>
        <p:blipFill>
          <a:blip r:embed="rId4">
            <a:alphaModFix/>
          </a:blip>
          <a:stretch>
            <a:fillRect/>
          </a:stretch>
        </p:blipFill>
        <p:spPr>
          <a:xfrm>
            <a:off x="4053938" y="2991400"/>
            <a:ext cx="1509625" cy="1821671"/>
          </a:xfrm>
          <a:prstGeom prst="rect">
            <a:avLst/>
          </a:prstGeom>
          <a:noFill/>
          <a:ln>
            <a:noFill/>
          </a:ln>
        </p:spPr>
      </p:pic>
      <p:pic>
        <p:nvPicPr>
          <p:cNvPr descr="a 3d man is scratching his head in front of a large red question mark . (Provided by Tenor)" id="930" name="Google Shape;930;p35"/>
          <p:cNvPicPr preferRelativeResize="0"/>
          <p:nvPr/>
        </p:nvPicPr>
        <p:blipFill>
          <a:blip r:embed="rId3">
            <a:alphaModFix/>
          </a:blip>
          <a:stretch>
            <a:fillRect/>
          </a:stretch>
        </p:blipFill>
        <p:spPr>
          <a:xfrm>
            <a:off x="1020088" y="1041675"/>
            <a:ext cx="2095500" cy="2095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pic>
        <p:nvPicPr>
          <p:cNvPr descr="a man with a beard is sitting in a chair and saying goodbye chat (Provided by Tenor)" id="935" name="Google Shape;935;p36"/>
          <p:cNvPicPr preferRelativeResize="0"/>
          <p:nvPr/>
        </p:nvPicPr>
        <p:blipFill>
          <a:blip r:embed="rId3">
            <a:alphaModFix/>
          </a:blip>
          <a:stretch>
            <a:fillRect/>
          </a:stretch>
        </p:blipFill>
        <p:spPr>
          <a:xfrm>
            <a:off x="4462325" y="704600"/>
            <a:ext cx="4227524" cy="4174026"/>
          </a:xfrm>
          <a:prstGeom prst="rect">
            <a:avLst/>
          </a:prstGeom>
          <a:noFill/>
          <a:ln>
            <a:noFill/>
          </a:ln>
        </p:spPr>
      </p:pic>
      <p:sp>
        <p:nvSpPr>
          <p:cNvPr id="936" name="Google Shape;936;p36"/>
          <p:cNvSpPr txBox="1"/>
          <p:nvPr/>
        </p:nvSpPr>
        <p:spPr>
          <a:xfrm>
            <a:off x="939450" y="2113775"/>
            <a:ext cx="30000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800">
                <a:solidFill>
                  <a:schemeClr val="dk1"/>
                </a:solidFill>
                <a:latin typeface="Days One"/>
                <a:ea typeface="Days One"/>
                <a:cs typeface="Days One"/>
                <a:sym typeface="Days One"/>
              </a:rPr>
              <a:t>Thanks For </a:t>
            </a:r>
            <a:endParaRPr b="1" sz="2800">
              <a:solidFill>
                <a:schemeClr val="dk1"/>
              </a:solidFill>
              <a:latin typeface="Days One"/>
              <a:ea typeface="Days One"/>
              <a:cs typeface="Days One"/>
              <a:sym typeface="Days One"/>
            </a:endParaRPr>
          </a:p>
          <a:p>
            <a:pPr indent="0" lvl="0" marL="0" rtl="0" algn="ctr">
              <a:spcBef>
                <a:spcPts val="0"/>
              </a:spcBef>
              <a:spcAft>
                <a:spcPts val="0"/>
              </a:spcAft>
              <a:buNone/>
            </a:pPr>
            <a:r>
              <a:rPr b="1" lang="en" sz="2800">
                <a:solidFill>
                  <a:schemeClr val="dk1"/>
                </a:solidFill>
                <a:latin typeface="Days One"/>
                <a:ea typeface="Days One"/>
                <a:cs typeface="Days One"/>
                <a:sym typeface="Days One"/>
              </a:rPr>
              <a:t>Wathing!!!</a:t>
            </a:r>
            <a:r>
              <a:rPr b="1" lang="en" sz="2800">
                <a:solidFill>
                  <a:schemeClr val="dk1"/>
                </a:solidFill>
                <a:latin typeface="Days One"/>
                <a:ea typeface="Days One"/>
                <a:cs typeface="Days One"/>
                <a:sym typeface="Days One"/>
              </a:rPr>
              <a:t> </a:t>
            </a:r>
            <a:endParaRPr b="1" sz="2800">
              <a:solidFill>
                <a:schemeClr val="dk1"/>
              </a:solidFill>
              <a:latin typeface="Days One"/>
              <a:ea typeface="Days One"/>
              <a:cs typeface="Days One"/>
              <a:sym typeface="Days One"/>
            </a:endParaRPr>
          </a:p>
        </p:txBody>
      </p:sp>
      <p:sp>
        <p:nvSpPr>
          <p:cNvPr id="937" name="Google Shape;937;p36"/>
          <p:cNvSpPr txBox="1"/>
          <p:nvPr/>
        </p:nvSpPr>
        <p:spPr>
          <a:xfrm>
            <a:off x="713225" y="4395950"/>
            <a:ext cx="3749100" cy="4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ato"/>
                <a:ea typeface="Lato"/>
                <a:cs typeface="Lato"/>
                <a:sym typeface="Lato"/>
              </a:rPr>
              <a:t>Insta: @divin_ol</a:t>
            </a:r>
            <a:endParaRPr>
              <a:solidFill>
                <a:schemeClr val="dk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Analysis and Statistics - 5th grade by Slidesgo">
  <a:themeElements>
    <a:clrScheme name="Simple Light">
      <a:dk1>
        <a:srgbClr val="3C2C31"/>
      </a:dk1>
      <a:lt1>
        <a:srgbClr val="E24E42"/>
      </a:lt1>
      <a:dk2>
        <a:srgbClr val="E9B000"/>
      </a:dk2>
      <a:lt2>
        <a:srgbClr val="008F95"/>
      </a:lt2>
      <a:accent1>
        <a:srgbClr val="DDFBFC"/>
      </a:accent1>
      <a:accent2>
        <a:srgbClr val="EB6E80"/>
      </a:accent2>
      <a:accent3>
        <a:srgbClr val="F8D2D2"/>
      </a:accent3>
      <a:accent4>
        <a:srgbClr val="FAEBEB"/>
      </a:accent4>
      <a:accent5>
        <a:srgbClr val="FFFFFF"/>
      </a:accent5>
      <a:accent6>
        <a:srgbClr val="FFFFFF"/>
      </a:accent6>
      <a:hlink>
        <a:srgbClr val="3C2C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